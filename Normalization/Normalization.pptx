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A29243-0529-D378-36C5-5A54C2F5A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410769-AA7E-34F0-B93D-D22E9ED58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42F12F-E48A-0D6F-5E4C-87A50D43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8FFD-BCE4-46BF-8881-AE560EAB6C52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7183E5-A931-0013-AC06-EEBBE7713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ECFFAA-796B-8E26-7998-AC6DDEE3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22818-68CF-426C-9A97-91767B58A0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6910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8B25F8-AEE2-8D71-F5C7-C01E987B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ACDF5B-AF9D-E8D7-D3BF-F8A19392C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895E95-648C-219E-9438-CC50B0E5F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8FFD-BCE4-46BF-8881-AE560EAB6C52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B852CA-B7CB-0E83-9296-E402D868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FBA4B87-A785-00B0-1008-41C1CDC0E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22818-68CF-426C-9A97-91767B58A0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6517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5353FB-FF44-8826-6AA7-967E0EB34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AF2499-26B5-04F6-0E32-DE50909FA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ED66CD-FEBB-0C9F-E852-2FD56ADD3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8FFD-BCE4-46BF-8881-AE560EAB6C52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6E5CD0-4AF4-35CB-2589-C1D935518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3DB6E6-8DFE-B63A-1A16-CFBCAD827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22818-68CF-426C-9A97-91767B58A0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29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2119E9-E89C-A797-C91C-027F1A326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3382D6-B173-48A7-FCE9-4893040CDD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92CBD7-B3E9-D0A3-1D26-8D762BF73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80AA957-01F6-1F7D-F634-E58E45628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8FFD-BCE4-46BF-8881-AE560EAB6C52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B69624-E1CA-4BEE-6196-336D45FA2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D5FC7D-E7A1-DCA2-598C-08195881A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22818-68CF-426C-9A97-91767B58A0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0242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17E627-AC5F-B48A-4535-7806BD787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381D3F-177D-308D-A3B2-EF23CE57C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A46661C-A700-8DB1-401F-451106B6E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01B566E-EDC7-50E9-7610-CB92AD89AF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9C59C72-5100-013C-1356-14B35B6453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895CB26-958F-AF88-2C0F-5A688466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8FFD-BCE4-46BF-8881-AE560EAB6C52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68E1B1C-44FB-C245-DBD7-3FC735DA7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1BF89FB-E6F9-36CA-6F6C-09257864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22818-68CF-426C-9A97-91767B58A0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7971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00054E-DD84-691B-8FA9-81B1538D0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6BF7B70-75DD-85EA-B104-558CECE5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8FFD-BCE4-46BF-8881-AE560EAB6C52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8B68EE7-48A2-6D7C-800D-FEC126E64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9655785-17C0-EEDF-8131-6A9B07202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22818-68CF-426C-9A97-91767B58A0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8517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81C79A8-2B12-3CF1-E0F5-6738287B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8FFD-BCE4-46BF-8881-AE560EAB6C52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CF447CE-6C23-240B-9453-ACAD8143F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D21634-17E3-00C4-4479-9133A284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22818-68CF-426C-9A97-91767B58A0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4551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185CBE-663C-40A3-9347-04AB4B6E8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596389-E60D-C35F-D4DC-A3757F232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B74FF9B-92A3-983C-D6D3-68C564E61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75CA895-C470-429F-4981-4F90103A7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8FFD-BCE4-46BF-8881-AE560EAB6C52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ECABBD-BF35-5287-6C94-05418FCA0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A7CC054-EBA2-7C87-A035-8FD279705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22818-68CF-426C-9A97-91767B58A0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9402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FAFBCC-D9E5-9026-43F6-B806E903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9B9C3A3-047E-071A-89F4-34CE532F69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3FAA756-157C-D423-D47C-B2982861B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7FF4465-6D65-A494-72F6-37D137ECE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8FFD-BCE4-46BF-8881-AE560EAB6C52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E53EDB1-11C9-7161-7ED5-F2511699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3C9EC0-F9AB-6B5B-0BD8-566607291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22818-68CF-426C-9A97-91767B58A0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67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DA5502-D316-D187-D9AE-5F39A6051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8F1AB7C-C9A3-95ED-68F0-DA260F58B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FF36D1-1602-C6E3-AFAF-3570CEEB8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8FFD-BCE4-46BF-8881-AE560EAB6C52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60ED26-FCBE-751E-15C3-8ECA9AA8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CBB62A-9D6A-1E73-FC95-A8C07558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22818-68CF-426C-9A97-91767B58A0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236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8F28B4E-5AD0-C8B1-FE1A-55FD099C2D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C7D1C7-C5E9-113E-DA12-B896866F8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699D63-A978-3560-0B13-3F3237A8C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8FFD-BCE4-46BF-8881-AE560EAB6C52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E7E3F5-05BD-7EBC-02D8-001317764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658CC08-91DA-939B-C75A-2231E139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22818-68CF-426C-9A97-91767B58A0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08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E31B184-67B4-B17D-48B6-4CCA5127D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8B419F5-F45D-4CAA-B324-278742519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3303CF-BE38-AB00-B9FE-8A81CFFB32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08FFD-BCE4-46BF-8881-AE560EAB6C52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745716-FF4C-0FC4-DF9B-EFAB111A7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867F8A-FA27-FC1C-DF36-00B7572B7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522818-68CF-426C-9A97-91767B58A0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318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9D7C5C8-7333-28E0-CABA-8707AC179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512" y="537837"/>
            <a:ext cx="11292977" cy="5782327"/>
          </a:xfrm>
        </p:spPr>
        <p:txBody>
          <a:bodyPr>
            <a:normAutofit/>
          </a:bodyPr>
          <a:lstStyle/>
          <a:p>
            <a:r>
              <a:rPr lang="en-US" altLang="zh-TW" dirty="0"/>
              <a:t>Novel</a:t>
            </a:r>
          </a:p>
          <a:p>
            <a:pPr marL="0" indent="0">
              <a:buNone/>
            </a:pPr>
            <a:r>
              <a:rPr lang="en-US" altLang="zh-TW" u="heavy" dirty="0" err="1"/>
              <a:t>nIndex</a:t>
            </a:r>
            <a:r>
              <a:rPr lang="en-US" altLang="zh-TW" dirty="0"/>
              <a:t> Title Category State Love Series</a:t>
            </a:r>
            <a:r>
              <a:rPr lang="zh-TW" altLang="en-US" dirty="0"/>
              <a:t> </a:t>
            </a:r>
            <a:r>
              <a:rPr lang="en-US" altLang="zh-TW" dirty="0" err="1"/>
              <a:t>SeriesN</a:t>
            </a:r>
            <a:r>
              <a:rPr lang="en-US" altLang="zh-TW" dirty="0"/>
              <a:t> Warrant Tag Link Introduction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Author</a:t>
            </a:r>
          </a:p>
          <a:p>
            <a:pPr marL="0" indent="0">
              <a:buNone/>
            </a:pPr>
            <a:r>
              <a:rPr lang="en-US" altLang="zh-TW" u="heavy" dirty="0" err="1"/>
              <a:t>aIndex</a:t>
            </a:r>
            <a:r>
              <a:rPr lang="en-US" altLang="zh-TW" dirty="0"/>
              <a:t> Name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Publisher</a:t>
            </a:r>
          </a:p>
          <a:p>
            <a:pPr marL="0" indent="0">
              <a:buNone/>
            </a:pPr>
            <a:r>
              <a:rPr lang="en-US" altLang="zh-TW" u="heavy" dirty="0" err="1"/>
              <a:t>pIndex</a:t>
            </a:r>
            <a:r>
              <a:rPr lang="en-US" altLang="zh-TW" dirty="0"/>
              <a:t> Name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User</a:t>
            </a:r>
          </a:p>
          <a:p>
            <a:pPr marL="0" indent="0">
              <a:buNone/>
            </a:pPr>
            <a:r>
              <a:rPr lang="en-US" altLang="zh-TW" u="heavy" dirty="0"/>
              <a:t>Account</a:t>
            </a:r>
            <a:r>
              <a:rPr lang="en-US" altLang="zh-TW" dirty="0"/>
              <a:t> Password</a:t>
            </a:r>
            <a:endParaRPr lang="zh-TW" altLang="en-US" dirty="0"/>
          </a:p>
        </p:txBody>
      </p:sp>
      <p:sp>
        <p:nvSpPr>
          <p:cNvPr id="8" name="箭號: 弧形上彎 7">
            <a:extLst>
              <a:ext uri="{FF2B5EF4-FFF2-40B4-BE49-F238E27FC236}">
                <a16:creationId xmlns:a16="http://schemas.microsoft.com/office/drawing/2014/main" id="{4EFE9C86-871D-71E8-0AF1-9267D0CDF204}"/>
              </a:ext>
            </a:extLst>
          </p:cNvPr>
          <p:cNvSpPr/>
          <p:nvPr/>
        </p:nvSpPr>
        <p:spPr>
          <a:xfrm>
            <a:off x="1206567" y="1555069"/>
            <a:ext cx="773062" cy="25920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9" name="箭號: 弧形上彎 8">
            <a:extLst>
              <a:ext uri="{FF2B5EF4-FFF2-40B4-BE49-F238E27FC236}">
                <a16:creationId xmlns:a16="http://schemas.microsoft.com/office/drawing/2014/main" id="{3EFA99F5-ABC0-B68E-246E-7B065DF97C14}"/>
              </a:ext>
            </a:extLst>
          </p:cNvPr>
          <p:cNvSpPr/>
          <p:nvPr/>
        </p:nvSpPr>
        <p:spPr>
          <a:xfrm>
            <a:off x="1206566" y="1555069"/>
            <a:ext cx="2929632" cy="25920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0" name="箭號: 弧形上彎 9">
            <a:extLst>
              <a:ext uri="{FF2B5EF4-FFF2-40B4-BE49-F238E27FC236}">
                <a16:creationId xmlns:a16="http://schemas.microsoft.com/office/drawing/2014/main" id="{2EDD583B-5604-A589-CBE5-ADF3F9247C01}"/>
              </a:ext>
            </a:extLst>
          </p:cNvPr>
          <p:cNvSpPr/>
          <p:nvPr/>
        </p:nvSpPr>
        <p:spPr>
          <a:xfrm>
            <a:off x="1206566" y="1555069"/>
            <a:ext cx="1810011" cy="25920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1" name="箭號: 弧形上彎 10">
            <a:extLst>
              <a:ext uri="{FF2B5EF4-FFF2-40B4-BE49-F238E27FC236}">
                <a16:creationId xmlns:a16="http://schemas.microsoft.com/office/drawing/2014/main" id="{395663B4-2078-E5F2-546E-E1061537E35E}"/>
              </a:ext>
            </a:extLst>
          </p:cNvPr>
          <p:cNvSpPr/>
          <p:nvPr/>
        </p:nvSpPr>
        <p:spPr>
          <a:xfrm>
            <a:off x="1206566" y="1555069"/>
            <a:ext cx="3752144" cy="25920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" name="箭號: 弧形上彎 11">
            <a:extLst>
              <a:ext uri="{FF2B5EF4-FFF2-40B4-BE49-F238E27FC236}">
                <a16:creationId xmlns:a16="http://schemas.microsoft.com/office/drawing/2014/main" id="{7706EC13-5AFF-B940-E65A-2F440075A86C}"/>
              </a:ext>
            </a:extLst>
          </p:cNvPr>
          <p:cNvSpPr/>
          <p:nvPr/>
        </p:nvSpPr>
        <p:spPr>
          <a:xfrm>
            <a:off x="1206566" y="1555070"/>
            <a:ext cx="4666698" cy="25920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" name="箭號: 弧形上彎 12">
            <a:extLst>
              <a:ext uri="{FF2B5EF4-FFF2-40B4-BE49-F238E27FC236}">
                <a16:creationId xmlns:a16="http://schemas.microsoft.com/office/drawing/2014/main" id="{F4A5BB2C-5942-131D-5D7D-58E0E7B6DC53}"/>
              </a:ext>
            </a:extLst>
          </p:cNvPr>
          <p:cNvSpPr/>
          <p:nvPr/>
        </p:nvSpPr>
        <p:spPr>
          <a:xfrm>
            <a:off x="1206566" y="1555070"/>
            <a:ext cx="5693855" cy="25920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4" name="箭號: 弧形上彎 13">
            <a:extLst>
              <a:ext uri="{FF2B5EF4-FFF2-40B4-BE49-F238E27FC236}">
                <a16:creationId xmlns:a16="http://schemas.microsoft.com/office/drawing/2014/main" id="{92BE7D41-8C93-C769-3893-076D16159D17}"/>
              </a:ext>
            </a:extLst>
          </p:cNvPr>
          <p:cNvSpPr/>
          <p:nvPr/>
        </p:nvSpPr>
        <p:spPr>
          <a:xfrm>
            <a:off x="1206566" y="1555069"/>
            <a:ext cx="6815100" cy="25920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5" name="箭號: 弧形上彎 14">
            <a:extLst>
              <a:ext uri="{FF2B5EF4-FFF2-40B4-BE49-F238E27FC236}">
                <a16:creationId xmlns:a16="http://schemas.microsoft.com/office/drawing/2014/main" id="{BE379692-2928-EADC-098B-28A3D7B1FE51}"/>
              </a:ext>
            </a:extLst>
          </p:cNvPr>
          <p:cNvSpPr/>
          <p:nvPr/>
        </p:nvSpPr>
        <p:spPr>
          <a:xfrm>
            <a:off x="1206565" y="1555070"/>
            <a:ext cx="8323933" cy="25920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6" name="箭號: 弧形上彎 15">
            <a:extLst>
              <a:ext uri="{FF2B5EF4-FFF2-40B4-BE49-F238E27FC236}">
                <a16:creationId xmlns:a16="http://schemas.microsoft.com/office/drawing/2014/main" id="{9AEFC7E0-CD3A-46AE-6460-520000A57DAA}"/>
              </a:ext>
            </a:extLst>
          </p:cNvPr>
          <p:cNvSpPr/>
          <p:nvPr/>
        </p:nvSpPr>
        <p:spPr>
          <a:xfrm>
            <a:off x="1206566" y="1555069"/>
            <a:ext cx="9530564" cy="25920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7" name="箭號: 弧形上彎 16">
            <a:extLst>
              <a:ext uri="{FF2B5EF4-FFF2-40B4-BE49-F238E27FC236}">
                <a16:creationId xmlns:a16="http://schemas.microsoft.com/office/drawing/2014/main" id="{A0495A52-DD9A-2C13-0543-4823710DEEA9}"/>
              </a:ext>
            </a:extLst>
          </p:cNvPr>
          <p:cNvSpPr/>
          <p:nvPr/>
        </p:nvSpPr>
        <p:spPr>
          <a:xfrm>
            <a:off x="1206563" y="3108664"/>
            <a:ext cx="905042" cy="291484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8" name="箭號: 弧形上彎 17">
            <a:extLst>
              <a:ext uri="{FF2B5EF4-FFF2-40B4-BE49-F238E27FC236}">
                <a16:creationId xmlns:a16="http://schemas.microsoft.com/office/drawing/2014/main" id="{D576E5E7-FDBB-268F-8E63-2C26AFC7C581}"/>
              </a:ext>
            </a:extLst>
          </p:cNvPr>
          <p:cNvSpPr/>
          <p:nvPr/>
        </p:nvSpPr>
        <p:spPr>
          <a:xfrm>
            <a:off x="1206563" y="4593929"/>
            <a:ext cx="905042" cy="291484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箭號: 弧形上彎 18">
            <a:extLst>
              <a:ext uri="{FF2B5EF4-FFF2-40B4-BE49-F238E27FC236}">
                <a16:creationId xmlns:a16="http://schemas.microsoft.com/office/drawing/2014/main" id="{D5DF32C4-2F9C-A0CB-D73E-A2AB71743335}"/>
              </a:ext>
            </a:extLst>
          </p:cNvPr>
          <p:cNvSpPr/>
          <p:nvPr/>
        </p:nvSpPr>
        <p:spPr>
          <a:xfrm>
            <a:off x="1206564" y="6204755"/>
            <a:ext cx="1385808" cy="291485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箭號: 弧形上彎 19">
            <a:extLst>
              <a:ext uri="{FF2B5EF4-FFF2-40B4-BE49-F238E27FC236}">
                <a16:creationId xmlns:a16="http://schemas.microsoft.com/office/drawing/2014/main" id="{33E79FEA-6D26-4FA9-B2B7-3FF4BD0B2E36}"/>
              </a:ext>
            </a:extLst>
          </p:cNvPr>
          <p:cNvSpPr/>
          <p:nvPr/>
        </p:nvSpPr>
        <p:spPr>
          <a:xfrm>
            <a:off x="1206563" y="1555069"/>
            <a:ext cx="7711193" cy="25920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300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21</Words>
  <Application>Microsoft Office PowerPoint</Application>
  <PresentationFormat>寬螢幕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新細明體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劉奕霈</dc:creator>
  <cp:lastModifiedBy>劉奕霈</cp:lastModifiedBy>
  <cp:revision>3</cp:revision>
  <dcterms:created xsi:type="dcterms:W3CDTF">2025-05-01T06:16:51Z</dcterms:created>
  <dcterms:modified xsi:type="dcterms:W3CDTF">2025-05-01T17:14:31Z</dcterms:modified>
</cp:coreProperties>
</file>