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D"/>
    <a:srgbClr val="ED7D31"/>
    <a:srgbClr val="2F528F"/>
    <a:srgbClr val="E6E6E6"/>
    <a:srgbClr val="4C77C4"/>
    <a:srgbClr val="6DD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AE2A6-DF6F-4648-A28F-DC21AB75A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D672C-71F1-40F3-A0CA-9FD597E69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E2BC46-991C-43D2-80AC-329C58B7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3A52DA-6FCD-482D-8341-6DABC85C1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2899E9-C28D-4C93-A5AA-9408DED39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81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CAF42B-45F9-4000-B8EF-290F5F4E5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CC7981-7ABC-43C1-9249-90B704698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B1F5AF-88AC-4541-A5F4-723E5AC95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61357E-9EA3-4B2E-B230-F9C646D3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0108CD-DDF4-43FC-9679-962D29210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99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5F8933-045E-4346-AF73-3F5CFA64E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F4703C9-5111-48AF-A651-D29727888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1D108EB-8F55-435C-A882-36FFD7945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7FDBD2-757F-472F-9680-E4D57FB1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D953F9-C566-442B-A716-74845B8E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3657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0261B5-57C6-4A0E-B26D-0FA2AAD4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4EC172-B394-4DA2-9D49-AF3B52435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EC2CAD5-96AC-4768-AD2C-2923DD5601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F87624-B56A-43C2-B907-A14796CE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C49F01-AEA6-4878-BDBC-748DA8E37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177C09-63D4-42EC-8C1F-E7C79A7E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4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F8D02-D05E-4387-8981-EF78EFBD3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9723E9-0C44-4404-B528-B4157EF03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BB9594-0B8B-48B0-8F31-B6445819B8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13978F4-D978-4569-8033-AE8204E32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61F3C4B-7F3E-4321-9F1B-5ACECD2087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AA18366-91DD-4F0F-B635-AB5698A3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C259F6-6A61-4A11-9CBA-0A2059736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648C233-B3CF-4250-A259-10269928B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1953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8A86AF-CC97-4F82-8A5E-24A313B7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10A4734-5BDE-4B46-9F3E-73307FF8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B2C20A-350D-405C-8E9E-93D4FAC39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5F98296-FA76-48D1-A633-04416AB9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7952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1DEE37C-6B81-471B-B12B-B3365F1F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4CBD855-E678-40D4-899E-CA03FD1C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09DF34-8BEC-4A0B-B702-E6922D89A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786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0C8C75-4011-4510-98CD-568C8FB14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08E5DE-A715-48B4-9E83-7EC5A0521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125A07C-3687-40D3-9D25-56EDF13BC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EDF9C22-3100-4D77-BC27-919994B0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ED4EC67-B11E-4453-B695-BFB2EB0B4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7DC817-0732-4FE1-9F27-6A4A3040E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24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3AFB34-DFE8-4A1A-BD91-FE2BCC4BE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237604E-D730-42B1-BC99-BF5B43065C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5AD6B7-0193-4769-8897-94F29B9C1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59A8545-2CAB-48C0-BB86-5E8CA0AA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0CDEA83-190D-4DFB-A9FF-EC94FBFA1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A13C323-328C-4E56-AC7F-EAF54F97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4518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67A79-D1E8-487E-8270-3B7B89DD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479BB7-A705-4A37-81EB-8846B72A5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A3C21F-7F7C-4C44-BB0D-28E1F39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838F228-4D4B-4FD3-B71F-91AD660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56EEB1-E151-4F37-9AFD-E5AE8034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3546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C2379B7-7D2F-4894-809B-8705EABC2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63A717F-CF56-4625-8F76-13A96EBA5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D1EF7FD-60EC-4B18-B93C-7BBC03F1B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6BDE0E-5ED3-42D6-99E1-CC4671273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5D29B8-60AA-410B-BCD2-537137FB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573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4C70161-B246-41C7-996C-08F2CB28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3FEBDE4-C8C7-4F46-B7F4-EDC4CFC86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33D3B6-F962-49C6-8620-B939B9944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2F7E88-9EE4-4EFE-8FD7-A7E4DA016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E21DC1-7E27-4307-B29C-6AA4CA9539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0731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群組 38">
            <a:extLst>
              <a:ext uri="{FF2B5EF4-FFF2-40B4-BE49-F238E27FC236}">
                <a16:creationId xmlns:a16="http://schemas.microsoft.com/office/drawing/2014/main" id="{ECF04E04-3FB9-4125-BF6D-67F198309D1C}"/>
              </a:ext>
            </a:extLst>
          </p:cNvPr>
          <p:cNvGrpSpPr/>
          <p:nvPr/>
        </p:nvGrpSpPr>
        <p:grpSpPr>
          <a:xfrm>
            <a:off x="264442" y="314795"/>
            <a:ext cx="11663116" cy="6228410"/>
            <a:chOff x="264442" y="267661"/>
            <a:chExt cx="11663116" cy="622841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87322" y="2983158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728339" y="2982155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39915" y="1490730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792414" y="1858258"/>
              <a:ext cx="1573035" cy="552543"/>
            </a:xfrm>
            <a:prstGeom prst="ellipse">
              <a:avLst/>
            </a:prstGeom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794513" y="400734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264442" y="1996187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710769" y="132895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357704" y="4207714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136606" y="1232097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189968" y="2663415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612145" y="302313"/>
              <a:ext cx="1573035" cy="552543"/>
            </a:xfrm>
            <a:prstGeom prst="ellipse">
              <a:avLst/>
            </a:prstGeom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512267" y="417907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2311247" y="4981501"/>
              <a:ext cx="1230942" cy="552543"/>
            </a:xfrm>
            <a:prstGeom prst="ellipse">
              <a:avLst/>
            </a:prstGeom>
            <a:noFill/>
            <a:ln w="76200" cmpd="dbl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481951" y="5639649"/>
              <a:ext cx="1829833" cy="552543"/>
            </a:xfrm>
            <a:prstGeom prst="ellipse">
              <a:avLst/>
            </a:prstGeom>
            <a:noFill/>
            <a:ln w="38100" cmpd="sng">
              <a:solidFill>
                <a:srgbClr val="4C77C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469913" y="5943528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040667" y="5943527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526992" y="3586719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354523" y="2388239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792414" y="267661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8792414" y="1032952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65120" y="1367523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3933255" y="4335179"/>
              <a:ext cx="1467087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218698" y="2855668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76721" y="4335179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367548" y="677006"/>
              <a:ext cx="819774" cy="259548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367548" y="1508369"/>
              <a:ext cx="819774" cy="176412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1941711" y="1605231"/>
              <a:ext cx="2245611" cy="1667264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588646" y="3272495"/>
              <a:ext cx="598676" cy="1211491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1743209" y="3272495"/>
              <a:ext cx="2444113" cy="118285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1495384" y="2272459"/>
              <a:ext cx="2691938" cy="100003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2420910" y="2939687"/>
              <a:ext cx="1766412" cy="33280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4" idx="1"/>
            </p:cNvCxnSpPr>
            <p:nvPr/>
          </p:nvCxnSpPr>
          <p:spPr>
            <a:xfrm flipV="1">
              <a:off x="3542189" y="3272495"/>
              <a:ext cx="645133" cy="198527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21" idx="4"/>
              <a:endCxn id="22" idx="6"/>
            </p:cNvCxnSpPr>
            <p:nvPr/>
          </p:nvCxnSpPr>
          <p:spPr>
            <a:xfrm flipH="1">
              <a:off x="2311784" y="5534044"/>
              <a:ext cx="614934" cy="381877"/>
            </a:xfrm>
            <a:prstGeom prst="line">
              <a:avLst/>
            </a:prstGeom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5996454" y="5459910"/>
              <a:ext cx="1012982" cy="48361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009436" y="5459910"/>
              <a:ext cx="1075948" cy="483618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92189" y="2664511"/>
              <a:ext cx="662334" cy="606981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92189" y="3271492"/>
              <a:ext cx="834803" cy="591499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03765" y="1309224"/>
              <a:ext cx="588649" cy="470843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03765" y="543933"/>
              <a:ext cx="588649" cy="1236134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stCxn id="4" idx="2"/>
              <a:endCxn id="30" idx="0"/>
            </p:cNvCxnSpPr>
            <p:nvPr/>
          </p:nvCxnSpPr>
          <p:spPr>
            <a:xfrm flipH="1">
              <a:off x="4666799" y="3561831"/>
              <a:ext cx="2448" cy="773348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>
              <a:off x="4666799" y="5168831"/>
              <a:ext cx="1860712" cy="1743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491361" y="5168831"/>
              <a:ext cx="1718904" cy="1743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H="1" flipV="1">
              <a:off x="9210264" y="3560828"/>
              <a:ext cx="1" cy="77435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85785" y="3271492"/>
              <a:ext cx="1042554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151172" y="3272494"/>
              <a:ext cx="1067526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65120" y="1784349"/>
              <a:ext cx="4127" cy="11988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132207" y="1780067"/>
              <a:ext cx="1107708" cy="428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98663" y="854856"/>
              <a:ext cx="1" cy="512667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03765" y="1780067"/>
              <a:ext cx="588649" cy="354463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527511" y="4881237"/>
              <a:ext cx="963850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1003826" y="3418533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2234768" y="3272495"/>
              <a:ext cx="1952554" cy="422310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210264" y="3755124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550799" y="285704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145724" y="285557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5574668" y="476124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64597" y="2263268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7988469" y="4752005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7772" y="142056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4268894" y="376333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9873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群組 37">
            <a:extLst>
              <a:ext uri="{FF2B5EF4-FFF2-40B4-BE49-F238E27FC236}">
                <a16:creationId xmlns:a16="http://schemas.microsoft.com/office/drawing/2014/main" id="{F96F601F-A4FC-4EED-82A6-9000E26ED304}"/>
              </a:ext>
            </a:extLst>
          </p:cNvPr>
          <p:cNvGrpSpPr/>
          <p:nvPr/>
        </p:nvGrpSpPr>
        <p:grpSpPr>
          <a:xfrm>
            <a:off x="192458" y="270045"/>
            <a:ext cx="11807085" cy="6317910"/>
            <a:chOff x="192458" y="268810"/>
            <a:chExt cx="11807085" cy="631791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259307" y="3073807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Novel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800324" y="3072804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Author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311900" y="1581379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User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64A2D2B-A370-44A5-95BE-E04F0ACEC50B}"/>
                </a:ext>
              </a:extLst>
            </p:cNvPr>
            <p:cNvSpPr/>
            <p:nvPr/>
          </p:nvSpPr>
          <p:spPr>
            <a:xfrm>
              <a:off x="6408755" y="4970143"/>
              <a:ext cx="1230942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710124" y="1947546"/>
              <a:ext cx="2108100" cy="552543"/>
            </a:xfrm>
            <a:prstGeom prst="ellipse">
              <a:avLst/>
            </a:prstGeom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LoveRecord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866498" y="491383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231308" y="2176070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State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192458" y="1493040"/>
              <a:ext cx="1777234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Category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646377" y="4709000"/>
              <a:ext cx="219590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Introduction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208591" y="1322746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Title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312214" y="2842813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757519" y="399917"/>
              <a:ext cx="1426257" cy="552543"/>
            </a:xfrm>
            <a:prstGeom prst="ellipse">
              <a:avLst/>
            </a:prstGeom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History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9463" y="395363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Link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2166262" y="5346012"/>
              <a:ext cx="1230942" cy="552543"/>
            </a:xfrm>
            <a:prstGeom prst="ellipse">
              <a:avLst/>
            </a:prstGeom>
            <a:noFill/>
            <a:ln w="76200" cmpd="dbl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385814" y="5919039"/>
              <a:ext cx="1829833" cy="552543"/>
            </a:xfrm>
            <a:prstGeom prst="ellipse">
              <a:avLst/>
            </a:prstGeom>
            <a:noFill/>
            <a:ln w="38100" cmpd="sng">
              <a:solidFill>
                <a:srgbClr val="4C77C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tagNor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541898" y="6034177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112652" y="6034176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598977" y="3677368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426508" y="2478888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948568" y="268810"/>
              <a:ext cx="1562109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Account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8859157" y="1069763"/>
              <a:ext cx="1730451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Password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737105" y="1458172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Read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3765971" y="4425828"/>
              <a:ext cx="1952280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238844" y="2946317"/>
              <a:ext cx="1570763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Write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08922" y="4425828"/>
              <a:ext cx="2376096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Contract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39533" y="767655"/>
              <a:ext cx="819774" cy="259548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439533" y="1599018"/>
              <a:ext cx="819774" cy="176412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cxnSpLocks/>
              <a:stCxn id="14" idx="6"/>
              <a:endCxn id="4" idx="1"/>
            </p:cNvCxnSpPr>
            <p:nvPr/>
          </p:nvCxnSpPr>
          <p:spPr>
            <a:xfrm>
              <a:off x="1969692" y="1769312"/>
              <a:ext cx="2289615" cy="159383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2842282" y="3363144"/>
              <a:ext cx="1417025" cy="162212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30405" y="3363144"/>
              <a:ext cx="1028902" cy="86676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462250" y="2452342"/>
              <a:ext cx="1797057" cy="91080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1543156" y="3119085"/>
              <a:ext cx="2716151" cy="24405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4" idx="1"/>
            </p:cNvCxnSpPr>
            <p:nvPr/>
          </p:nvCxnSpPr>
          <p:spPr>
            <a:xfrm flipV="1">
              <a:off x="3397204" y="3363144"/>
              <a:ext cx="862103" cy="2259140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21" idx="4"/>
              <a:endCxn id="22" idx="6"/>
            </p:cNvCxnSpPr>
            <p:nvPr/>
          </p:nvCxnSpPr>
          <p:spPr>
            <a:xfrm flipH="1">
              <a:off x="2215647" y="5898555"/>
              <a:ext cx="566086" cy="296756"/>
            </a:xfrm>
            <a:prstGeom prst="line">
              <a:avLst/>
            </a:prstGeom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9" idx="2"/>
              <a:endCxn id="24" idx="0"/>
            </p:cNvCxnSpPr>
            <p:nvPr/>
          </p:nvCxnSpPr>
          <p:spPr>
            <a:xfrm flipH="1">
              <a:off x="6068439" y="5548816"/>
              <a:ext cx="955787" cy="485360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9" idx="2"/>
              <a:endCxn id="23" idx="0"/>
            </p:cNvCxnSpPr>
            <p:nvPr/>
          </p:nvCxnSpPr>
          <p:spPr>
            <a:xfrm>
              <a:off x="7024226" y="5548816"/>
              <a:ext cx="1133143" cy="485361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764174" y="2755160"/>
              <a:ext cx="662334" cy="606981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764174" y="3362141"/>
              <a:ext cx="834803" cy="591499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cxnSpLocks/>
              <a:stCxn id="8" idx="3"/>
              <a:endCxn id="28" idx="2"/>
            </p:cNvCxnSpPr>
            <p:nvPr/>
          </p:nvCxnSpPr>
          <p:spPr>
            <a:xfrm flipV="1">
              <a:off x="8275750" y="1346035"/>
              <a:ext cx="583407" cy="524681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cxnSpLocks/>
              <a:stCxn id="8" idx="3"/>
              <a:endCxn id="27" idx="2"/>
            </p:cNvCxnSpPr>
            <p:nvPr/>
          </p:nvCxnSpPr>
          <p:spPr>
            <a:xfrm flipV="1">
              <a:off x="8275750" y="545082"/>
              <a:ext cx="672818" cy="1325634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stCxn id="4" idx="2"/>
              <a:endCxn id="30" idx="0"/>
            </p:cNvCxnSpPr>
            <p:nvPr/>
          </p:nvCxnSpPr>
          <p:spPr>
            <a:xfrm>
              <a:off x="4741232" y="3652480"/>
              <a:ext cx="879" cy="773348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9" idx="1"/>
            </p:cNvCxnSpPr>
            <p:nvPr/>
          </p:nvCxnSpPr>
          <p:spPr>
            <a:xfrm>
              <a:off x="4742111" y="5259480"/>
              <a:ext cx="1666644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9" idx="3"/>
              <a:endCxn id="32" idx="2"/>
            </p:cNvCxnSpPr>
            <p:nvPr/>
          </p:nvCxnSpPr>
          <p:spPr>
            <a:xfrm>
              <a:off x="7639697" y="5259480"/>
              <a:ext cx="1657273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cxnSpLocks/>
              <a:stCxn id="32" idx="0"/>
              <a:endCxn id="7" idx="2"/>
            </p:cNvCxnSpPr>
            <p:nvPr/>
          </p:nvCxnSpPr>
          <p:spPr>
            <a:xfrm flipH="1" flipV="1">
              <a:off x="9282249" y="3651477"/>
              <a:ext cx="14721" cy="77435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cxnSpLocks/>
              <a:stCxn id="31" idx="3"/>
              <a:endCxn id="7" idx="1"/>
            </p:cNvCxnSpPr>
            <p:nvPr/>
          </p:nvCxnSpPr>
          <p:spPr>
            <a:xfrm flipV="1">
              <a:off x="7809607" y="3362141"/>
              <a:ext cx="990717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cxnSpLocks/>
              <a:stCxn id="4" idx="3"/>
              <a:endCxn id="31" idx="1"/>
            </p:cNvCxnSpPr>
            <p:nvPr/>
          </p:nvCxnSpPr>
          <p:spPr>
            <a:xfrm flipV="1">
              <a:off x="5223157" y="3363143"/>
              <a:ext cx="1015687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737105" y="1874998"/>
              <a:ext cx="4127" cy="11988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204192" y="1870716"/>
              <a:ext cx="1107708" cy="428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cxnSpLocks/>
              <a:stCxn id="29" idx="0"/>
              <a:endCxn id="19" idx="4"/>
            </p:cNvCxnSpPr>
            <p:nvPr/>
          </p:nvCxnSpPr>
          <p:spPr>
            <a:xfrm flipH="1" flipV="1">
              <a:off x="5470648" y="952460"/>
              <a:ext cx="1" cy="50571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75750" y="1870716"/>
              <a:ext cx="434374" cy="35310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橢圓 55">
              <a:extLst>
                <a:ext uri="{FF2B5EF4-FFF2-40B4-BE49-F238E27FC236}">
                  <a16:creationId xmlns:a16="http://schemas.microsoft.com/office/drawing/2014/main" id="{9EFF8AE2-9E70-459C-A9B8-1D832692DBFE}"/>
                </a:ext>
              </a:extLst>
            </p:cNvPr>
            <p:cNvSpPr/>
            <p:nvPr/>
          </p:nvSpPr>
          <p:spPr>
            <a:xfrm>
              <a:off x="312214" y="3671628"/>
              <a:ext cx="1492137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Warrant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83E4B8DE-CFA1-4321-855C-DC58D9EC8963}"/>
                </a:ext>
              </a:extLst>
            </p:cNvPr>
            <p:cNvCxnSpPr>
              <a:stCxn id="56" idx="6"/>
              <a:endCxn id="4" idx="1"/>
            </p:cNvCxnSpPr>
            <p:nvPr/>
          </p:nvCxnSpPr>
          <p:spPr>
            <a:xfrm flipV="1">
              <a:off x="1804351" y="3363144"/>
              <a:ext cx="2454956" cy="58475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3D8C1A10-819F-4DD6-B925-AC20448D018D}"/>
              </a:ext>
            </a:extLst>
          </p:cNvPr>
          <p:cNvSpPr txBox="1"/>
          <p:nvPr/>
        </p:nvSpPr>
        <p:spPr>
          <a:xfrm>
            <a:off x="9313961" y="3849394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m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23F21494-4C4B-4E78-AC67-2048E0372D35}"/>
              </a:ext>
            </a:extLst>
          </p:cNvPr>
          <p:cNvSpPr txBox="1"/>
          <p:nvPr/>
        </p:nvSpPr>
        <p:spPr>
          <a:xfrm>
            <a:off x="5550799" y="2951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B3E33CFD-DC88-43C3-9E1A-F18243937F54}"/>
              </a:ext>
            </a:extLst>
          </p:cNvPr>
          <p:cNvSpPr txBox="1"/>
          <p:nvPr/>
        </p:nvSpPr>
        <p:spPr>
          <a:xfrm>
            <a:off x="8145724" y="2949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1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4AB0C048-6AD3-4352-9829-91E52EDC04E8}"/>
              </a:ext>
            </a:extLst>
          </p:cNvPr>
          <p:cNvSpPr txBox="1"/>
          <p:nvPr/>
        </p:nvSpPr>
        <p:spPr>
          <a:xfrm>
            <a:off x="5782061" y="48555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1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7700FDC4-A189-4590-8985-A5FCA590E176}"/>
              </a:ext>
            </a:extLst>
          </p:cNvPr>
          <p:cNvSpPr txBox="1"/>
          <p:nvPr/>
        </p:nvSpPr>
        <p:spPr>
          <a:xfrm>
            <a:off x="4368294" y="235753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m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B52D6AF2-6E43-4895-BAD6-69EEC0A312DF}"/>
              </a:ext>
            </a:extLst>
          </p:cNvPr>
          <p:cNvSpPr txBox="1"/>
          <p:nvPr/>
        </p:nvSpPr>
        <p:spPr>
          <a:xfrm>
            <a:off x="7799931" y="484627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DBDBCB29-D269-41A8-8199-B8FE0891F1F0}"/>
              </a:ext>
            </a:extLst>
          </p:cNvPr>
          <p:cNvSpPr txBox="1"/>
          <p:nvPr/>
        </p:nvSpPr>
        <p:spPr>
          <a:xfrm>
            <a:off x="6517772" y="15148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6C4AE39F-50F2-4421-92FB-47EFDC966B88}"/>
              </a:ext>
            </a:extLst>
          </p:cNvPr>
          <p:cNvSpPr txBox="1"/>
          <p:nvPr/>
        </p:nvSpPr>
        <p:spPr>
          <a:xfrm>
            <a:off x="4372591" y="38576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2277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77</Words>
  <Application>Microsoft Office PowerPoint</Application>
  <PresentationFormat>寬螢幕</PresentationFormat>
  <Paragraphs>68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8" baseType="lpstr">
      <vt:lpstr>微軟正黑體</vt:lpstr>
      <vt:lpstr>新細明體</vt:lpstr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劉奕霈</dc:creator>
  <cp:lastModifiedBy>劉奕霈</cp:lastModifiedBy>
  <cp:revision>9</cp:revision>
  <dcterms:created xsi:type="dcterms:W3CDTF">2025-04-30T15:22:49Z</dcterms:created>
  <dcterms:modified xsi:type="dcterms:W3CDTF">2025-05-01T15:23:49Z</dcterms:modified>
</cp:coreProperties>
</file>