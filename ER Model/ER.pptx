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1" r:id="rId3"/>
    <p:sldId id="263" r:id="rId4"/>
    <p:sldId id="264" r:id="rId5"/>
    <p:sldId id="272" r:id="rId6"/>
    <p:sldId id="273" r:id="rId7"/>
    <p:sldId id="274" r:id="rId8"/>
    <p:sldId id="275" r:id="rId9"/>
    <p:sldId id="276" r:id="rId10"/>
    <p:sldId id="279" r:id="rId11"/>
    <p:sldId id="280" r:id="rId12"/>
    <p:sldId id="282" r:id="rId13"/>
    <p:sldId id="260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28F"/>
    <a:srgbClr val="4C77C4"/>
    <a:srgbClr val="4D4D4D"/>
    <a:srgbClr val="ED7D31"/>
    <a:srgbClr val="E6E6E6"/>
    <a:srgbClr val="6D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AE2A6-DF6F-4648-A28F-DC21AB75A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D672C-71F1-40F3-A0CA-9FD597E69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E2BC46-991C-43D2-80AC-329C58B7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3A52DA-6FCD-482D-8341-6DABC85C1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2899E9-C28D-4C93-A5AA-9408DED39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8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CAF42B-45F9-4000-B8EF-290F5F4E5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CC7981-7ABC-43C1-9249-90B704698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B1F5AF-88AC-4541-A5F4-723E5AC9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61357E-9EA3-4B2E-B230-F9C646D3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0108CD-DDF4-43FC-9679-962D29210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9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5F8933-045E-4346-AF73-3F5CFA64E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F4703C9-5111-48AF-A651-D29727888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D108EB-8F55-435C-A882-36FFD7945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7FDBD2-757F-472F-9680-E4D57FB1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D953F9-C566-442B-A716-74845B8E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65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0261B5-57C6-4A0E-B26D-0FA2AAD4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4EC172-B394-4DA2-9D49-AF3B52435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C2CAD5-96AC-4768-AD2C-2923DD560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F87624-B56A-43C2-B907-A14796CE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C49F01-AEA6-4878-BDBC-748DA8E37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177C09-63D4-42EC-8C1F-E7C79A7E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4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F8D02-D05E-4387-8981-EF78EFBD3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9723E9-0C44-4404-B528-B4157EF03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BB9594-0B8B-48B0-8F31-B6445819B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13978F4-D978-4569-8033-AE8204E32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61F3C4B-7F3E-4321-9F1B-5ACECD2087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A18366-91DD-4F0F-B635-AB5698A3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C259F6-6A61-4A11-9CBA-0A205973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648C233-B3CF-4250-A259-10269928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95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8A86AF-CC97-4F82-8A5E-24A313B7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10A4734-5BDE-4B46-9F3E-73307FF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B2C20A-350D-405C-8E9E-93D4FAC3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98296-FA76-48D1-A633-04416AB9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952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DEE37C-6B81-471B-B12B-B3365F1F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4CBD855-E678-40D4-899E-CA03FD1C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09DF34-8BEC-4A0B-B702-E6922D89A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78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C8C75-4011-4510-98CD-568C8FB1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08E5DE-A715-48B4-9E83-7EC5A0521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25A07C-3687-40D3-9D25-56EDF13BC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DF9C22-3100-4D77-BC27-919994B0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ED4EC67-B11E-4453-B695-BFB2EB0B4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7DC817-0732-4FE1-9F27-6A4A3040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24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3AFB34-DFE8-4A1A-BD91-FE2BCC4B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237604E-D730-42B1-BC99-BF5B43065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5AD6B7-0193-4769-8897-94F29B9C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9A8545-2CAB-48C0-BB86-5E8CA0A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CDEA83-190D-4DFB-A9FF-EC94FBFA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A13C323-328C-4E56-AC7F-EAF54F97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51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67A79-D1E8-487E-8270-3B7B89DD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479BB7-A705-4A37-81EB-8846B72A5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A3C21F-7F7C-4C44-BB0D-28E1F39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38F228-4D4B-4FD3-B71F-91AD660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56EEB1-E151-4F37-9AFD-E5AE8034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3546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C2379B7-7D2F-4894-809B-8705EABC2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63A717F-CF56-4625-8F76-13A96EBA5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1EF7FD-60EC-4B18-B93C-7BBC03F1B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6BDE0E-5ED3-42D6-99E1-CC467127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5D29B8-60AA-410B-BCD2-537137FB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7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4C70161-B246-41C7-996C-08F2CB28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FEBDE4-C8C7-4F46-B7F4-EDC4CFC86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33D3B6-F962-49C6-8620-B939B9944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238D4-763C-4F93-B535-FB0D7E2D5F46}" type="datetimeFigureOut">
              <a:rPr lang="zh-TW" altLang="en-US" smtClean="0"/>
              <a:t>2025/5/26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F7E88-9EE4-4EFE-8FD7-A7E4DA016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E21DC1-7E27-4307-B29C-6AA4CA9539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07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FB85A401-2B5F-4EA3-B0F2-7A1447404409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324214" y="95917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015348" y="1357512"/>
              <a:ext cx="963850" cy="578673"/>
            </a:xfrm>
            <a:prstGeom prst="rect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955936" y="1603072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321490" y="236657"/>
              <a:ext cx="1573035" cy="552543"/>
            </a:xfrm>
            <a:prstGeom prst="ellipse">
              <a:avLst/>
            </a:prstGeom>
            <a:grpFill/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800314" y="5361795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428066" y="5999788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005912" y="51617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585699" y="5138695"/>
              <a:ext cx="1911574" cy="552543"/>
            </a:xfrm>
            <a:prstGeom prst="ellips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9838771" y="327660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9818651" y="2405685"/>
              <a:ext cx="1573035" cy="552543"/>
            </a:xfrm>
            <a:prstGeom prst="ellips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270431" y="497518"/>
              <a:ext cx="1230942" cy="552543"/>
            </a:xfrm>
            <a:prstGeom prst="ellips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415395" y="81803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374465" y="1236309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091178" y="3755387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5928043" y="2275876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86065" y="3717131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031256" y="5638067"/>
              <a:ext cx="1474602" cy="38217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257899" y="5676284"/>
              <a:ext cx="247959" cy="599776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541486" y="4840120"/>
              <a:ext cx="701837" cy="298575"/>
            </a:xfrm>
            <a:prstGeom prst="lin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243323" y="4840120"/>
              <a:ext cx="1378060" cy="321612"/>
            </a:xfrm>
            <a:prstGeom prst="lin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401534" y="2681957"/>
              <a:ext cx="417117" cy="9743"/>
            </a:xfrm>
            <a:prstGeom prst="lin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401534" y="2691700"/>
              <a:ext cx="437237" cy="861177"/>
            </a:xfrm>
            <a:prstGeom prst="lin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7979198" y="1094307"/>
              <a:ext cx="1436197" cy="552542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7979198" y="773790"/>
              <a:ext cx="291233" cy="873059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4813898" y="2999310"/>
              <a:ext cx="10824" cy="756077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4824722" y="4550784"/>
              <a:ext cx="1936676" cy="3825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725248" y="4550783"/>
              <a:ext cx="1194361" cy="1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8919609" y="2981036"/>
              <a:ext cx="0" cy="73609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395130" y="2691700"/>
              <a:ext cx="1042554" cy="1002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4860517" y="2692702"/>
              <a:ext cx="1067526" cy="1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374465" y="1653135"/>
              <a:ext cx="4127" cy="750231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5841552" y="1646849"/>
              <a:ext cx="1173796" cy="6286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108008" y="789200"/>
              <a:ext cx="1" cy="447109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7979198" y="1646849"/>
              <a:ext cx="976738" cy="232495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8919609" y="317533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260144" y="2277257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7855069" y="2275778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883496" y="421128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3973942" y="1683476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888452" y="417221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273320" y="1295322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824721" y="3183545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3977169" y="2999310"/>
              <a:ext cx="9727" cy="1246240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253352" y="4245550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732751" y="4696883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3986896" y="5079202"/>
              <a:ext cx="887" cy="30774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247997" y="4973155"/>
              <a:ext cx="257861" cy="703129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4000710" y="3195527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143315" y="4992463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3896667" y="2403366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437684" y="2402363"/>
              <a:ext cx="963850" cy="578673"/>
            </a:xfrm>
            <a:prstGeom prst="rect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505858" y="5386947"/>
              <a:ext cx="963850" cy="578673"/>
            </a:xfrm>
            <a:prstGeom prst="rect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761398" y="4261447"/>
              <a:ext cx="963850" cy="578673"/>
            </a:xfrm>
            <a:prstGeom prst="rect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A005FAD-1C94-4B2C-88E4-444B8E03747E}"/>
                </a:ext>
              </a:extLst>
            </p:cNvPr>
            <p:cNvSpPr/>
            <p:nvPr/>
          </p:nvSpPr>
          <p:spPr>
            <a:xfrm>
              <a:off x="1904109" y="95917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73" name="橢圓 72">
              <a:extLst>
                <a:ext uri="{FF2B5EF4-FFF2-40B4-BE49-F238E27FC236}">
                  <a16:creationId xmlns:a16="http://schemas.microsoft.com/office/drawing/2014/main" id="{56EAABAF-EC0B-487E-8152-73FD17F00727}"/>
                </a:ext>
              </a:extLst>
            </p:cNvPr>
            <p:cNvSpPr/>
            <p:nvPr/>
          </p:nvSpPr>
          <p:spPr>
            <a:xfrm>
              <a:off x="1080512" y="140720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74" name="橢圓 73">
              <a:extLst>
                <a:ext uri="{FF2B5EF4-FFF2-40B4-BE49-F238E27FC236}">
                  <a16:creationId xmlns:a16="http://schemas.microsoft.com/office/drawing/2014/main" id="{83622A5B-6738-4154-9BC9-B785F878D21F}"/>
                </a:ext>
              </a:extLst>
            </p:cNvPr>
            <p:cNvSpPr/>
            <p:nvPr/>
          </p:nvSpPr>
          <p:spPr>
            <a:xfrm>
              <a:off x="756718" y="74366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75" name="橢圓 74">
              <a:extLst>
                <a:ext uri="{FF2B5EF4-FFF2-40B4-BE49-F238E27FC236}">
                  <a16:creationId xmlns:a16="http://schemas.microsoft.com/office/drawing/2014/main" id="{DAD34665-0EE0-4CE0-881C-788DB3001537}"/>
                </a:ext>
              </a:extLst>
            </p:cNvPr>
            <p:cNvSpPr/>
            <p:nvPr/>
          </p:nvSpPr>
          <p:spPr>
            <a:xfrm>
              <a:off x="2200035" y="39475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76" name="橢圓 75">
              <a:extLst>
                <a:ext uri="{FF2B5EF4-FFF2-40B4-BE49-F238E27FC236}">
                  <a16:creationId xmlns:a16="http://schemas.microsoft.com/office/drawing/2014/main" id="{B9AFB7E6-7A6E-4243-9431-A1F09344E6EC}"/>
                </a:ext>
              </a:extLst>
            </p:cNvPr>
            <p:cNvSpPr/>
            <p:nvPr/>
          </p:nvSpPr>
          <p:spPr>
            <a:xfrm>
              <a:off x="2218405" y="728339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77" name="橢圓 76">
              <a:extLst>
                <a:ext uri="{FF2B5EF4-FFF2-40B4-BE49-F238E27FC236}">
                  <a16:creationId xmlns:a16="http://schemas.microsoft.com/office/drawing/2014/main" id="{09C9E624-B1EF-47B6-B232-DF21246D8922}"/>
                </a:ext>
              </a:extLst>
            </p:cNvPr>
            <p:cNvSpPr/>
            <p:nvPr/>
          </p:nvSpPr>
          <p:spPr>
            <a:xfrm>
              <a:off x="1623171" y="1999506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78" name="橢圓 77">
              <a:extLst>
                <a:ext uri="{FF2B5EF4-FFF2-40B4-BE49-F238E27FC236}">
                  <a16:creationId xmlns:a16="http://schemas.microsoft.com/office/drawing/2014/main" id="{7AB919B3-5A76-4BF9-B7BC-2EEAFE6961E2}"/>
                </a:ext>
              </a:extLst>
            </p:cNvPr>
            <p:cNvSpPr/>
            <p:nvPr/>
          </p:nvSpPr>
          <p:spPr>
            <a:xfrm>
              <a:off x="1756915" y="335048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cxnSp>
          <p:nvCxnSpPr>
            <p:cNvPr id="79" name="直線接點 78">
              <a:extLst>
                <a:ext uri="{FF2B5EF4-FFF2-40B4-BE49-F238E27FC236}">
                  <a16:creationId xmlns:a16="http://schemas.microsoft.com/office/drawing/2014/main" id="{73BFB9E2-A994-48DB-A91F-FE4523672874}"/>
                </a:ext>
              </a:extLst>
            </p:cNvPr>
            <p:cNvCxnSpPr>
              <a:cxnSpLocks/>
              <a:stCxn id="72" idx="6"/>
            </p:cNvCxnSpPr>
            <p:nvPr/>
          </p:nvCxnSpPr>
          <p:spPr>
            <a:xfrm>
              <a:off x="3477144" y="372189"/>
              <a:ext cx="419523" cy="2320514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接點 79">
              <a:extLst>
                <a:ext uri="{FF2B5EF4-FFF2-40B4-BE49-F238E27FC236}">
                  <a16:creationId xmlns:a16="http://schemas.microsoft.com/office/drawing/2014/main" id="{B8089833-4688-4CC0-A1CE-74B01EBED45C}"/>
                </a:ext>
              </a:extLst>
            </p:cNvPr>
            <p:cNvCxnSpPr>
              <a:cxnSpLocks/>
              <a:stCxn id="76" idx="6"/>
            </p:cNvCxnSpPr>
            <p:nvPr/>
          </p:nvCxnSpPr>
          <p:spPr>
            <a:xfrm>
              <a:off x="3449347" y="1004611"/>
              <a:ext cx="447320" cy="168809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接點 80">
              <a:extLst>
                <a:ext uri="{FF2B5EF4-FFF2-40B4-BE49-F238E27FC236}">
                  <a16:creationId xmlns:a16="http://schemas.microsoft.com/office/drawing/2014/main" id="{3CF12BE6-A01F-4912-AEE6-39D1360F4B0A}"/>
                </a:ext>
              </a:extLst>
            </p:cNvPr>
            <p:cNvCxnSpPr>
              <a:stCxn id="74" idx="6"/>
            </p:cNvCxnSpPr>
            <p:nvPr/>
          </p:nvCxnSpPr>
          <p:spPr>
            <a:xfrm>
              <a:off x="1987660" y="1019935"/>
              <a:ext cx="1909007" cy="167276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接點 81">
              <a:extLst>
                <a:ext uri="{FF2B5EF4-FFF2-40B4-BE49-F238E27FC236}">
                  <a16:creationId xmlns:a16="http://schemas.microsoft.com/office/drawing/2014/main" id="{F7EAF8FC-5010-4241-BC6F-28C97C8FB701}"/>
                </a:ext>
              </a:extLst>
            </p:cNvPr>
            <p:cNvCxnSpPr>
              <a:cxnSpLocks/>
              <a:stCxn id="75" idx="6"/>
            </p:cNvCxnSpPr>
            <p:nvPr/>
          </p:nvCxnSpPr>
          <p:spPr>
            <a:xfrm flipV="1">
              <a:off x="3430977" y="2692703"/>
              <a:ext cx="465690" cy="15311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接點 82">
              <a:extLst>
                <a:ext uri="{FF2B5EF4-FFF2-40B4-BE49-F238E27FC236}">
                  <a16:creationId xmlns:a16="http://schemas.microsoft.com/office/drawing/2014/main" id="{CC1C24ED-84C3-4CDB-B42A-7D9B96AF822A}"/>
                </a:ext>
              </a:extLst>
            </p:cNvPr>
            <p:cNvCxnSpPr>
              <a:stCxn id="78" idx="6"/>
            </p:cNvCxnSpPr>
            <p:nvPr/>
          </p:nvCxnSpPr>
          <p:spPr>
            <a:xfrm flipV="1">
              <a:off x="2987857" y="2692703"/>
              <a:ext cx="908810" cy="93405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接點 83">
              <a:extLst>
                <a:ext uri="{FF2B5EF4-FFF2-40B4-BE49-F238E27FC236}">
                  <a16:creationId xmlns:a16="http://schemas.microsoft.com/office/drawing/2014/main" id="{97AA9BC4-ED0B-43D8-BE2F-64217E6E89DD}"/>
                </a:ext>
              </a:extLst>
            </p:cNvPr>
            <p:cNvCxnSpPr>
              <a:cxnSpLocks/>
              <a:stCxn id="73" idx="6"/>
            </p:cNvCxnSpPr>
            <p:nvPr/>
          </p:nvCxnSpPr>
          <p:spPr>
            <a:xfrm>
              <a:off x="2311454" y="1683476"/>
              <a:ext cx="1585213" cy="100922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接點 84">
              <a:extLst>
                <a:ext uri="{FF2B5EF4-FFF2-40B4-BE49-F238E27FC236}">
                  <a16:creationId xmlns:a16="http://schemas.microsoft.com/office/drawing/2014/main" id="{7EAD0EDB-8BEF-41D9-8232-596702D5179D}"/>
                </a:ext>
              </a:extLst>
            </p:cNvPr>
            <p:cNvCxnSpPr>
              <a:stCxn id="77" idx="6"/>
            </p:cNvCxnSpPr>
            <p:nvPr/>
          </p:nvCxnSpPr>
          <p:spPr>
            <a:xfrm>
              <a:off x="2854113" y="2275778"/>
              <a:ext cx="1042554" cy="41692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橢圓 85">
              <a:extLst>
                <a:ext uri="{FF2B5EF4-FFF2-40B4-BE49-F238E27FC236}">
                  <a16:creationId xmlns:a16="http://schemas.microsoft.com/office/drawing/2014/main" id="{973C3EDC-9F4D-4982-B00A-E0247CE93313}"/>
                </a:ext>
              </a:extLst>
            </p:cNvPr>
            <p:cNvSpPr/>
            <p:nvPr/>
          </p:nvSpPr>
          <p:spPr>
            <a:xfrm>
              <a:off x="324214" y="31753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BFB090E3-E2AB-4EB4-BEF6-498B16D8AAE3}"/>
                </a:ext>
              </a:extLst>
            </p:cNvPr>
            <p:cNvCxnSpPr>
              <a:stCxn id="86" idx="6"/>
            </p:cNvCxnSpPr>
            <p:nvPr/>
          </p:nvCxnSpPr>
          <p:spPr>
            <a:xfrm flipV="1">
              <a:off x="1555156" y="2692703"/>
              <a:ext cx="2341511" cy="7589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橢圓 87">
              <a:extLst>
                <a:ext uri="{FF2B5EF4-FFF2-40B4-BE49-F238E27FC236}">
                  <a16:creationId xmlns:a16="http://schemas.microsoft.com/office/drawing/2014/main" id="{A5FB9185-2264-4831-B909-11AD84F539FE}"/>
                </a:ext>
              </a:extLst>
            </p:cNvPr>
            <p:cNvSpPr/>
            <p:nvPr/>
          </p:nvSpPr>
          <p:spPr>
            <a:xfrm>
              <a:off x="580617" y="2501489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89" name="直線接點 88">
              <a:extLst>
                <a:ext uri="{FF2B5EF4-FFF2-40B4-BE49-F238E27FC236}">
                  <a16:creationId xmlns:a16="http://schemas.microsoft.com/office/drawing/2014/main" id="{4B98E2B9-435E-409A-A308-DE2029070D2A}"/>
                </a:ext>
              </a:extLst>
            </p:cNvPr>
            <p:cNvCxnSpPr>
              <a:cxnSpLocks/>
              <a:stCxn id="88" idx="6"/>
            </p:cNvCxnSpPr>
            <p:nvPr/>
          </p:nvCxnSpPr>
          <p:spPr>
            <a:xfrm flipV="1">
              <a:off x="1811559" y="2692703"/>
              <a:ext cx="2085108" cy="8505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543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群組 53">
            <a:extLst>
              <a:ext uri="{FF2B5EF4-FFF2-40B4-BE49-F238E27FC236}">
                <a16:creationId xmlns:a16="http://schemas.microsoft.com/office/drawing/2014/main" id="{F434060C-5809-4553-8B68-A31BDD4C281B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324214" y="95917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015348" y="1357512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955936" y="1603072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2F528F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904109" y="95917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080512" y="140720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756718" y="74366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200035" y="39475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18405" y="728339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623171" y="1999506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321490" y="236657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756915" y="335048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800314" y="5361795"/>
              <a:ext cx="1230942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428066" y="5999788"/>
              <a:ext cx="1829833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005912" y="51617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585699" y="5138695"/>
              <a:ext cx="1911574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9838771" y="327660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9818651" y="2405685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270431" y="497518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415395" y="81803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374465" y="1236309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091178" y="3755387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5928043" y="2275876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86065" y="3717131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77144" y="372189"/>
              <a:ext cx="419523" cy="2320514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49347" y="1004611"/>
              <a:ext cx="447320" cy="168809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1987660" y="1019935"/>
              <a:ext cx="1909007" cy="167276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430977" y="2692703"/>
              <a:ext cx="465690" cy="15311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2987857" y="2692703"/>
              <a:ext cx="908810" cy="93405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311454" y="1683476"/>
              <a:ext cx="1585213" cy="100922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2854113" y="2275778"/>
              <a:ext cx="1042554" cy="41692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031256" y="5638067"/>
              <a:ext cx="1474602" cy="3821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257899" y="5676284"/>
              <a:ext cx="247959" cy="599776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541486" y="4840120"/>
              <a:ext cx="701837" cy="29857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243323" y="4840120"/>
              <a:ext cx="1378060" cy="32161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401534" y="2681957"/>
              <a:ext cx="417117" cy="974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401534" y="2691700"/>
              <a:ext cx="437237" cy="86117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7979198" y="1094307"/>
              <a:ext cx="1436197" cy="55254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7979198" y="773790"/>
              <a:ext cx="291233" cy="873059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4813898" y="2999310"/>
              <a:ext cx="10824" cy="756077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4824722" y="4550784"/>
              <a:ext cx="1936676" cy="38255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725248" y="4550783"/>
              <a:ext cx="1194361" cy="1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8919609" y="2981036"/>
              <a:ext cx="0" cy="736095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395130" y="2691700"/>
              <a:ext cx="1042554" cy="1002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4860517" y="2692702"/>
              <a:ext cx="1067526" cy="1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374465" y="1653135"/>
              <a:ext cx="4127" cy="750231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5841552" y="1646849"/>
              <a:ext cx="1173796" cy="6286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108008" y="789200"/>
              <a:ext cx="1" cy="447109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7979198" y="1646849"/>
              <a:ext cx="976738" cy="23249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324214" y="317533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555156" y="2692703"/>
              <a:ext cx="2341511" cy="7589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8919609" y="317533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260144" y="2277257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7855069" y="2275778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1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883496" y="421128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1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3973942" y="1683476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888452" y="417221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273320" y="1295322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824721" y="3183545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3977169" y="2999310"/>
              <a:ext cx="9727" cy="1246240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253352" y="4245550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732751" y="4696883"/>
              <a:ext cx="1515246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3986896" y="5079202"/>
              <a:ext cx="887" cy="307745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247997" y="4973155"/>
              <a:ext cx="257861" cy="703129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4000710" y="3195527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143315" y="4992463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3896667" y="2403366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437684" y="2402363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505858" y="5386947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761398" y="4261447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580617" y="2501489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1811559" y="2692703"/>
              <a:ext cx="2085108" cy="8505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0164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群組 73">
            <a:extLst>
              <a:ext uri="{FF2B5EF4-FFF2-40B4-BE49-F238E27FC236}">
                <a16:creationId xmlns:a16="http://schemas.microsoft.com/office/drawing/2014/main" id="{F8BDDE72-63E1-4609-A865-1693015F849C}"/>
              </a:ext>
            </a:extLst>
          </p:cNvPr>
          <p:cNvGrpSpPr/>
          <p:nvPr/>
        </p:nvGrpSpPr>
        <p:grpSpPr>
          <a:xfrm>
            <a:off x="562264" y="166288"/>
            <a:ext cx="11067472" cy="6456414"/>
            <a:chOff x="562264" y="166288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24683" y="1427883"/>
              <a:ext cx="1006693" cy="604395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65272" y="1673443"/>
              <a:ext cx="1642956" cy="57710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166288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47757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1403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1790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798710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069877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30826" y="307028"/>
              <a:ext cx="1642956" cy="57710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20855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09650" y="5432166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37402" y="6070159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15248" y="5232103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795035" y="5209066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48107" y="3346976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476056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479766" y="567889"/>
              <a:ext cx="1285657" cy="57710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24730" y="888406"/>
              <a:ext cx="1285657" cy="57710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583801" y="1306680"/>
              <a:ext cx="1532299" cy="870708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00514" y="3825758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37379" y="234624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395401" y="378750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42560"/>
              <a:ext cx="419523" cy="2320514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074982"/>
              <a:ext cx="447320" cy="168809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090306"/>
              <a:ext cx="1909007" cy="167276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63074"/>
              <a:ext cx="465690" cy="15311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63074"/>
              <a:ext cx="908810" cy="93405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53847"/>
              <a:ext cx="1585213" cy="100922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46149"/>
              <a:ext cx="1042554" cy="41692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40592" y="5708438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67235" y="5746655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50822" y="4910491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52659" y="4910491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flipV="1">
              <a:off x="9610870" y="2752328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10870" y="2762071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31376" y="1176958"/>
              <a:ext cx="1393354" cy="55312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31376" y="856441"/>
              <a:ext cx="248390" cy="873640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23234" y="3069681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34058" y="4621155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34584" y="4621154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28945" y="3051407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04466" y="2762071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cxnSpLocks/>
              <a:endCxn id="31" idx="1"/>
            </p:cNvCxnSpPr>
            <p:nvPr/>
          </p:nvCxnSpPr>
          <p:spPr>
            <a:xfrm flipV="1">
              <a:off x="5069853" y="2763073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>
              <a:off x="4583801" y="1742034"/>
              <a:ext cx="4127" cy="73170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116100" y="1730081"/>
              <a:ext cx="1108583" cy="119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V="1">
              <a:off x="5349951" y="884131"/>
              <a:ext cx="2353" cy="42254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31376" y="1730081"/>
              <a:ext cx="933896" cy="2319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4570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63074"/>
              <a:ext cx="2341511" cy="75890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45703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4762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46148"/>
              <a:ext cx="315096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281655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1" y="1753846"/>
              <a:ext cx="38876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42584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36569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53916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186505" y="3069681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62688" y="4315921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767254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196232" y="5149573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43526"/>
              <a:ext cx="229147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473737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47020" y="2472734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15194" y="545731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70734" y="433181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571860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63074"/>
              <a:ext cx="2085108" cy="85058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24572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B2422B1-2058-4389-848F-F40CA2339C17}"/>
              </a:ext>
            </a:extLst>
          </p:cNvPr>
          <p:cNvGrpSpPr/>
          <p:nvPr/>
        </p:nvGrpSpPr>
        <p:grpSpPr>
          <a:xfrm>
            <a:off x="562264" y="166288"/>
            <a:ext cx="11067472" cy="6456414"/>
            <a:chOff x="562264" y="166288"/>
            <a:chExt cx="11067472" cy="6456414"/>
          </a:xfrm>
          <a:noFill/>
        </p:grpSpPr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E8F563D8-5BF6-4072-9EC4-0814F89E9581}"/>
                </a:ext>
              </a:extLst>
            </p:cNvPr>
            <p:cNvGrpSpPr/>
            <p:nvPr/>
          </p:nvGrpSpPr>
          <p:grpSpPr>
            <a:xfrm>
              <a:off x="562264" y="166288"/>
              <a:ext cx="11067472" cy="6456414"/>
              <a:chOff x="562264" y="200793"/>
              <a:chExt cx="11067472" cy="6456414"/>
            </a:xfrm>
            <a:grpFill/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82182DAA-0E8C-4F5B-9213-F4B6CFB4F174}"/>
                  </a:ext>
                </a:extLst>
              </p:cNvPr>
              <p:cNvSpPr/>
              <p:nvPr/>
            </p:nvSpPr>
            <p:spPr>
              <a:xfrm>
                <a:off x="7253398" y="1462388"/>
                <a:ext cx="963850" cy="578673"/>
              </a:xfrm>
              <a:prstGeom prst="rect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使用者</a:t>
                </a:r>
              </a:p>
            </p:txBody>
          </p:sp>
          <p:sp>
            <p:nvSpPr>
              <p:cNvPr id="11" name="橢圓 10">
                <a:extLst>
                  <a:ext uri="{FF2B5EF4-FFF2-40B4-BE49-F238E27FC236}">
                    <a16:creationId xmlns:a16="http://schemas.microsoft.com/office/drawing/2014/main" id="{A74CC088-F6BB-4D78-8774-E19DB0C79FE8}"/>
                  </a:ext>
                </a:extLst>
              </p:cNvPr>
              <p:cNvSpPr/>
              <p:nvPr/>
            </p:nvSpPr>
            <p:spPr>
              <a:xfrm>
                <a:off x="9193986" y="1707948"/>
                <a:ext cx="1573035" cy="552543"/>
              </a:xfrm>
              <a:prstGeom prst="ellips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愛心紀錄</a:t>
                </a:r>
              </a:p>
            </p:txBody>
          </p:sp>
          <p:sp>
            <p:nvSpPr>
              <p:cNvPr id="12" name="橢圓 11">
                <a:extLst>
                  <a:ext uri="{FF2B5EF4-FFF2-40B4-BE49-F238E27FC236}">
                    <a16:creationId xmlns:a16="http://schemas.microsoft.com/office/drawing/2014/main" id="{50C7A5AB-1A86-48CD-8E4A-59295C6599A4}"/>
                  </a:ext>
                </a:extLst>
              </p:cNvPr>
              <p:cNvSpPr/>
              <p:nvPr/>
            </p:nvSpPr>
            <p:spPr>
              <a:xfrm>
                <a:off x="2142159" y="200793"/>
                <a:ext cx="1573035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u="sng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小說代號</a:t>
                </a:r>
              </a:p>
            </p:txBody>
          </p:sp>
          <p:sp>
            <p:nvSpPr>
              <p:cNvPr id="13" name="橢圓 12">
                <a:extLst>
                  <a:ext uri="{FF2B5EF4-FFF2-40B4-BE49-F238E27FC236}">
                    <a16:creationId xmlns:a16="http://schemas.microsoft.com/office/drawing/2014/main" id="{3DA73774-161F-4E32-8D07-D371A0C6B297}"/>
                  </a:ext>
                </a:extLst>
              </p:cNvPr>
              <p:cNvSpPr/>
              <p:nvPr/>
            </p:nvSpPr>
            <p:spPr>
              <a:xfrm>
                <a:off x="1318562" y="1512080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狀態</a:t>
                </a:r>
              </a:p>
            </p:txBody>
          </p:sp>
          <p:sp>
            <p:nvSpPr>
              <p:cNvPr id="14" name="橢圓 13">
                <a:extLst>
                  <a:ext uri="{FF2B5EF4-FFF2-40B4-BE49-F238E27FC236}">
                    <a16:creationId xmlns:a16="http://schemas.microsoft.com/office/drawing/2014/main" id="{6F1FBEB0-2E02-445D-899B-763581FD5A81}"/>
                  </a:ext>
                </a:extLst>
              </p:cNvPr>
              <p:cNvSpPr/>
              <p:nvPr/>
            </p:nvSpPr>
            <p:spPr>
              <a:xfrm>
                <a:off x="994768" y="848539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類別</a:t>
                </a:r>
              </a:p>
            </p:txBody>
          </p:sp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904EE205-B037-44B5-A64A-7F12D5398B76}"/>
                  </a:ext>
                </a:extLst>
              </p:cNvPr>
              <p:cNvSpPr/>
              <p:nvPr/>
            </p:nvSpPr>
            <p:spPr>
              <a:xfrm>
                <a:off x="2438085" y="4052408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簡介</a:t>
                </a:r>
              </a:p>
            </p:txBody>
          </p:sp>
          <p:sp>
            <p:nvSpPr>
              <p:cNvPr id="17" name="橢圓 16">
                <a:extLst>
                  <a:ext uri="{FF2B5EF4-FFF2-40B4-BE49-F238E27FC236}">
                    <a16:creationId xmlns:a16="http://schemas.microsoft.com/office/drawing/2014/main" id="{B6D631BD-55A0-4F2C-86C6-B99A6CBB8065}"/>
                  </a:ext>
                </a:extLst>
              </p:cNvPr>
              <p:cNvSpPr/>
              <p:nvPr/>
            </p:nvSpPr>
            <p:spPr>
              <a:xfrm>
                <a:off x="2456455" y="833215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書名</a:t>
                </a:r>
              </a:p>
            </p:txBody>
          </p:sp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BC76BE46-86FF-4B5A-968F-C55EC2FA534B}"/>
                  </a:ext>
                </a:extLst>
              </p:cNvPr>
              <p:cNvSpPr/>
              <p:nvPr/>
            </p:nvSpPr>
            <p:spPr>
              <a:xfrm>
                <a:off x="1861221" y="2104382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愛心數</a:t>
                </a:r>
              </a:p>
            </p:txBody>
          </p:sp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B4EC46C7-04E8-4310-8736-49F1B6908626}"/>
                  </a:ext>
                </a:extLst>
              </p:cNvPr>
              <p:cNvSpPr/>
              <p:nvPr/>
            </p:nvSpPr>
            <p:spPr>
              <a:xfrm>
                <a:off x="4559540" y="341533"/>
                <a:ext cx="1573035" cy="552543"/>
              </a:xfrm>
              <a:prstGeom prst="ellips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歷史紀錄</a:t>
                </a:r>
              </a:p>
            </p:txBody>
          </p:sp>
          <p:sp>
            <p:nvSpPr>
              <p:cNvPr id="20" name="橢圓 19">
                <a:extLst>
                  <a:ext uri="{FF2B5EF4-FFF2-40B4-BE49-F238E27FC236}">
                    <a16:creationId xmlns:a16="http://schemas.microsoft.com/office/drawing/2014/main" id="{8581CC69-98F4-46B0-AE91-8CA44F3236EF}"/>
                  </a:ext>
                </a:extLst>
              </p:cNvPr>
              <p:cNvSpPr/>
              <p:nvPr/>
            </p:nvSpPr>
            <p:spPr>
              <a:xfrm>
                <a:off x="1994965" y="3455360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連結</a:t>
                </a:r>
              </a:p>
            </p:txBody>
          </p:sp>
          <p:sp>
            <p:nvSpPr>
              <p:cNvPr id="21" name="橢圓 20">
                <a:extLst>
                  <a:ext uri="{FF2B5EF4-FFF2-40B4-BE49-F238E27FC236}">
                    <a16:creationId xmlns:a16="http://schemas.microsoft.com/office/drawing/2014/main" id="{9F875BE5-297C-4CC9-A47C-AE3019E5B3EF}"/>
                  </a:ext>
                </a:extLst>
              </p:cNvPr>
              <p:cNvSpPr/>
              <p:nvPr/>
            </p:nvSpPr>
            <p:spPr>
              <a:xfrm>
                <a:off x="1038364" y="5466671"/>
                <a:ext cx="1230942" cy="552543"/>
              </a:xfrm>
              <a:prstGeom prst="ellipse">
                <a:avLst/>
              </a:prstGeom>
              <a:grpFill/>
              <a:ln w="38100" cmpd="sng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tag</a:t>
                </a:r>
                <a:endPara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2" name="橢圓 21">
                <a:extLst>
                  <a:ext uri="{FF2B5EF4-FFF2-40B4-BE49-F238E27FC236}">
                    <a16:creationId xmlns:a16="http://schemas.microsoft.com/office/drawing/2014/main" id="{87A2ED50-B606-411A-8EF1-85E6A3BF2C94}"/>
                  </a:ext>
                </a:extLst>
              </p:cNvPr>
              <p:cNvSpPr/>
              <p:nvPr/>
            </p:nvSpPr>
            <p:spPr>
              <a:xfrm>
                <a:off x="1666116" y="6104664"/>
                <a:ext cx="1829833" cy="552543"/>
              </a:xfrm>
              <a:prstGeom prst="ellipse">
                <a:avLst/>
              </a:prstGeom>
              <a:grpFill/>
              <a:ln w="38100" cmpd="sng">
                <a:solidFill>
                  <a:schemeClr val="bg2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tag</a:t>
                </a:r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正則化</a:t>
                </a:r>
              </a:p>
            </p:txBody>
          </p:sp>
          <p:sp>
            <p:nvSpPr>
              <p:cNvPr id="23" name="橢圓 22">
                <a:extLst>
                  <a:ext uri="{FF2B5EF4-FFF2-40B4-BE49-F238E27FC236}">
                    <a16:creationId xmlns:a16="http://schemas.microsoft.com/office/drawing/2014/main" id="{836AC00E-2EB8-4751-BEAF-3631D95C4980}"/>
                  </a:ext>
                </a:extLst>
              </p:cNvPr>
              <p:cNvSpPr/>
              <p:nvPr/>
            </p:nvSpPr>
            <p:spPr>
              <a:xfrm>
                <a:off x="8243962" y="5266608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ysClr val="windowText" lastClr="00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名字</a:t>
                </a:r>
              </a:p>
            </p:txBody>
          </p:sp>
          <p:sp>
            <p:nvSpPr>
              <p:cNvPr id="24" name="橢圓 23">
                <a:extLst>
                  <a:ext uri="{FF2B5EF4-FFF2-40B4-BE49-F238E27FC236}">
                    <a16:creationId xmlns:a16="http://schemas.microsoft.com/office/drawing/2014/main" id="{65D9E7A0-44BE-4855-856A-E6D1E673553D}"/>
                  </a:ext>
                </a:extLst>
              </p:cNvPr>
              <p:cNvSpPr/>
              <p:nvPr/>
            </p:nvSpPr>
            <p:spPr>
              <a:xfrm>
                <a:off x="5823749" y="5243571"/>
                <a:ext cx="1911574" cy="552543"/>
              </a:xfrm>
              <a:prstGeom prst="ellipse">
                <a:avLst/>
              </a:prstGeom>
              <a:grpFill/>
              <a:ln w="381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u="sng" dirty="0">
                    <a:solidFill>
                      <a:sysClr val="windowText" lastClr="00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出版社代號</a:t>
                </a:r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916C7219-7D59-477B-83BF-4AF8FC830BA8}"/>
                  </a:ext>
                </a:extLst>
              </p:cNvPr>
              <p:cNvSpPr/>
              <p:nvPr/>
            </p:nvSpPr>
            <p:spPr>
              <a:xfrm>
                <a:off x="10076821" y="3381481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姓名</a:t>
                </a:r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6DCCC405-FA22-4278-8938-CED02EE90AFB}"/>
                  </a:ext>
                </a:extLst>
              </p:cNvPr>
              <p:cNvSpPr/>
              <p:nvPr/>
            </p:nvSpPr>
            <p:spPr>
              <a:xfrm>
                <a:off x="10056701" y="2510561"/>
                <a:ext cx="1573035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u="sng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作者代號</a:t>
                </a:r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0252EBF0-7A2A-4EA1-9D7D-CA4E813F4901}"/>
                  </a:ext>
                </a:extLst>
              </p:cNvPr>
              <p:cNvSpPr/>
              <p:nvPr/>
            </p:nvSpPr>
            <p:spPr>
              <a:xfrm>
                <a:off x="8508481" y="602394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u="sng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帳號</a:t>
                </a:r>
              </a:p>
            </p:txBody>
          </p:sp>
          <p:sp>
            <p:nvSpPr>
              <p:cNvPr id="28" name="橢圓 27">
                <a:extLst>
                  <a:ext uri="{FF2B5EF4-FFF2-40B4-BE49-F238E27FC236}">
                    <a16:creationId xmlns:a16="http://schemas.microsoft.com/office/drawing/2014/main" id="{9DC33FA6-AABC-4C50-975A-D49FACBD2586}"/>
                  </a:ext>
                </a:extLst>
              </p:cNvPr>
              <p:cNvSpPr/>
              <p:nvPr/>
            </p:nvSpPr>
            <p:spPr>
              <a:xfrm>
                <a:off x="9653445" y="922911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密碼</a:t>
                </a:r>
              </a:p>
            </p:txBody>
          </p:sp>
          <p:sp>
            <p:nvSpPr>
              <p:cNvPr id="29" name="流程圖: 決策 28">
                <a:extLst>
                  <a:ext uri="{FF2B5EF4-FFF2-40B4-BE49-F238E27FC236}">
                    <a16:creationId xmlns:a16="http://schemas.microsoft.com/office/drawing/2014/main" id="{DA503EA1-6026-4B2E-85E1-6A63A472D0B0}"/>
                  </a:ext>
                </a:extLst>
              </p:cNvPr>
              <p:cNvSpPr/>
              <p:nvPr/>
            </p:nvSpPr>
            <p:spPr>
              <a:xfrm>
                <a:off x="4612515" y="1341185"/>
                <a:ext cx="1467087" cy="833652"/>
              </a:xfrm>
              <a:prstGeom prst="flowChartDecision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閱讀</a:t>
                </a:r>
              </a:p>
            </p:txBody>
          </p:sp>
          <p:sp>
            <p:nvSpPr>
              <p:cNvPr id="30" name="流程圖: 決策 29">
                <a:extLst>
                  <a:ext uri="{FF2B5EF4-FFF2-40B4-BE49-F238E27FC236}">
                    <a16:creationId xmlns:a16="http://schemas.microsoft.com/office/drawing/2014/main" id="{AA94ACB0-374A-428F-885A-54E11B5F9156}"/>
                  </a:ext>
                </a:extLst>
              </p:cNvPr>
              <p:cNvSpPr/>
              <p:nvPr/>
            </p:nvSpPr>
            <p:spPr>
              <a:xfrm>
                <a:off x="4329228" y="3860263"/>
                <a:ext cx="1467087" cy="833652"/>
              </a:xfrm>
              <a:prstGeom prst="flowChartDecision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出版</a:t>
                </a:r>
              </a:p>
            </p:txBody>
          </p:sp>
          <p:sp>
            <p:nvSpPr>
              <p:cNvPr id="31" name="流程圖: 決策 30">
                <a:extLst>
                  <a:ext uri="{FF2B5EF4-FFF2-40B4-BE49-F238E27FC236}">
                    <a16:creationId xmlns:a16="http://schemas.microsoft.com/office/drawing/2014/main" id="{B1D1C64B-5E5F-4921-BB31-20BB12819721}"/>
                  </a:ext>
                </a:extLst>
              </p:cNvPr>
              <p:cNvSpPr/>
              <p:nvPr/>
            </p:nvSpPr>
            <p:spPr>
              <a:xfrm>
                <a:off x="6166093" y="2380752"/>
                <a:ext cx="1467087" cy="833652"/>
              </a:xfrm>
              <a:prstGeom prst="flowChartDecision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撰寫</a:t>
                </a:r>
              </a:p>
            </p:txBody>
          </p:sp>
          <p:sp>
            <p:nvSpPr>
              <p:cNvPr id="32" name="流程圖: 決策 31">
                <a:extLst>
                  <a:ext uri="{FF2B5EF4-FFF2-40B4-BE49-F238E27FC236}">
                    <a16:creationId xmlns:a16="http://schemas.microsoft.com/office/drawing/2014/main" id="{F503F4C1-00BD-42DD-BB32-E8CE9F644772}"/>
                  </a:ext>
                </a:extLst>
              </p:cNvPr>
              <p:cNvSpPr/>
              <p:nvPr/>
            </p:nvSpPr>
            <p:spPr>
              <a:xfrm>
                <a:off x="8424115" y="3822007"/>
                <a:ext cx="1467087" cy="833652"/>
              </a:xfrm>
              <a:prstGeom prst="flowChartDecision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簽約</a:t>
                </a:r>
              </a:p>
            </p:txBody>
          </p: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30A20B9D-06F8-486A-8C92-BB9D95FD9810}"/>
                  </a:ext>
                </a:extLst>
              </p:cNvPr>
              <p:cNvCxnSpPr>
                <a:cxnSpLocks/>
                <a:stCxn id="12" idx="6"/>
                <a:endCxn id="4" idx="1"/>
              </p:cNvCxnSpPr>
              <p:nvPr/>
            </p:nvCxnSpPr>
            <p:spPr>
              <a:xfrm>
                <a:off x="3715194" y="477065"/>
                <a:ext cx="419523" cy="2320514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6F6515FF-CABB-4B08-839F-08A4D41C304E}"/>
                  </a:ext>
                </a:extLst>
              </p:cNvPr>
              <p:cNvCxnSpPr>
                <a:cxnSpLocks/>
                <a:stCxn id="17" idx="6"/>
                <a:endCxn id="4" idx="1"/>
              </p:cNvCxnSpPr>
              <p:nvPr/>
            </p:nvCxnSpPr>
            <p:spPr>
              <a:xfrm>
                <a:off x="3687397" y="1109487"/>
                <a:ext cx="447320" cy="1688092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線接點 41">
                <a:extLst>
                  <a:ext uri="{FF2B5EF4-FFF2-40B4-BE49-F238E27FC236}">
                    <a16:creationId xmlns:a16="http://schemas.microsoft.com/office/drawing/2014/main" id="{951EBB64-AFDA-41FF-8829-AD71D11B78DA}"/>
                  </a:ext>
                </a:extLst>
              </p:cNvPr>
              <p:cNvCxnSpPr>
                <a:stCxn id="14" idx="6"/>
                <a:endCxn id="4" idx="1"/>
              </p:cNvCxnSpPr>
              <p:nvPr/>
            </p:nvCxnSpPr>
            <p:spPr>
              <a:xfrm>
                <a:off x="2225710" y="1124811"/>
                <a:ext cx="1909007" cy="1672768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線接點 43">
                <a:extLst>
                  <a:ext uri="{FF2B5EF4-FFF2-40B4-BE49-F238E27FC236}">
                    <a16:creationId xmlns:a16="http://schemas.microsoft.com/office/drawing/2014/main" id="{1EC98F50-6EE5-4EB6-84FD-B4114B954638}"/>
                  </a:ext>
                </a:extLst>
              </p:cNvPr>
              <p:cNvCxnSpPr>
                <a:cxnSpLocks/>
                <a:stCxn id="15" idx="6"/>
                <a:endCxn id="4" idx="1"/>
              </p:cNvCxnSpPr>
              <p:nvPr/>
            </p:nvCxnSpPr>
            <p:spPr>
              <a:xfrm flipV="1">
                <a:off x="3669027" y="2797579"/>
                <a:ext cx="465690" cy="1531101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F78D6C6B-AC27-48A0-8770-68F9AAE5D9D8}"/>
                  </a:ext>
                </a:extLst>
              </p:cNvPr>
              <p:cNvCxnSpPr>
                <a:stCxn id="20" idx="6"/>
                <a:endCxn id="4" idx="1"/>
              </p:cNvCxnSpPr>
              <p:nvPr/>
            </p:nvCxnSpPr>
            <p:spPr>
              <a:xfrm flipV="1">
                <a:off x="3225907" y="2797579"/>
                <a:ext cx="908810" cy="934053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線接點 47">
                <a:extLst>
                  <a:ext uri="{FF2B5EF4-FFF2-40B4-BE49-F238E27FC236}">
                    <a16:creationId xmlns:a16="http://schemas.microsoft.com/office/drawing/2014/main" id="{B1C70860-DF32-490B-887C-45F51F6D8474}"/>
                  </a:ext>
                </a:extLst>
              </p:cNvPr>
              <p:cNvCxnSpPr>
                <a:cxnSpLocks/>
                <a:stCxn id="13" idx="6"/>
                <a:endCxn id="4" idx="1"/>
              </p:cNvCxnSpPr>
              <p:nvPr/>
            </p:nvCxnSpPr>
            <p:spPr>
              <a:xfrm>
                <a:off x="2549504" y="1788352"/>
                <a:ext cx="1585213" cy="1009227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B9F81377-F027-4094-AD5D-385BA2A4CDA0}"/>
                  </a:ext>
                </a:extLst>
              </p:cNvPr>
              <p:cNvCxnSpPr>
                <a:stCxn id="18" idx="6"/>
                <a:endCxn id="4" idx="1"/>
              </p:cNvCxnSpPr>
              <p:nvPr/>
            </p:nvCxnSpPr>
            <p:spPr>
              <a:xfrm>
                <a:off x="3092163" y="2380654"/>
                <a:ext cx="1042554" cy="416925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C694CF34-7F3F-4BE0-990D-DCA7D695B5E1}"/>
                  </a:ext>
                </a:extLst>
              </p:cNvPr>
              <p:cNvCxnSpPr>
                <a:cxnSpLocks/>
                <a:stCxn id="21" idx="6"/>
                <a:endCxn id="97" idx="1"/>
              </p:cNvCxnSpPr>
              <p:nvPr/>
            </p:nvCxnSpPr>
            <p:spPr>
              <a:xfrm>
                <a:off x="2269306" y="5742943"/>
                <a:ext cx="1474602" cy="38217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接點 90">
                <a:extLst>
                  <a:ext uri="{FF2B5EF4-FFF2-40B4-BE49-F238E27FC236}">
                    <a16:creationId xmlns:a16="http://schemas.microsoft.com/office/drawing/2014/main" id="{9CD793D7-F2E4-4D46-A236-BCA3175C9881}"/>
                  </a:ext>
                </a:extLst>
              </p:cNvPr>
              <p:cNvCxnSpPr>
                <a:cxnSpLocks/>
                <a:stCxn id="97" idx="1"/>
                <a:endCxn id="22" idx="6"/>
              </p:cNvCxnSpPr>
              <p:nvPr/>
            </p:nvCxnSpPr>
            <p:spPr>
              <a:xfrm flipH="1">
                <a:off x="3495949" y="5781160"/>
                <a:ext cx="247959" cy="599776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接點 113">
                <a:extLst>
                  <a:ext uri="{FF2B5EF4-FFF2-40B4-BE49-F238E27FC236}">
                    <a16:creationId xmlns:a16="http://schemas.microsoft.com/office/drawing/2014/main" id="{D69700CE-C7D1-4D0C-88B5-81FB6269A630}"/>
                  </a:ext>
                </a:extLst>
              </p:cNvPr>
              <p:cNvCxnSpPr>
                <a:cxnSpLocks/>
                <a:stCxn id="69" idx="2"/>
                <a:endCxn id="24" idx="0"/>
              </p:cNvCxnSpPr>
              <p:nvPr/>
            </p:nvCxnSpPr>
            <p:spPr>
              <a:xfrm flipH="1">
                <a:off x="6779536" y="4944996"/>
                <a:ext cx="701837" cy="298575"/>
              </a:xfrm>
              <a:prstGeom prst="line">
                <a:avLst/>
              </a:prstGeom>
              <a:grpFill/>
              <a:ln w="38100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接點 115">
                <a:extLst>
                  <a:ext uri="{FF2B5EF4-FFF2-40B4-BE49-F238E27FC236}">
                    <a16:creationId xmlns:a16="http://schemas.microsoft.com/office/drawing/2014/main" id="{B3AB68E6-CD60-44EC-AF71-684B072B1039}"/>
                  </a:ext>
                </a:extLst>
              </p:cNvPr>
              <p:cNvCxnSpPr>
                <a:cxnSpLocks/>
                <a:stCxn id="69" idx="2"/>
                <a:endCxn id="23" idx="0"/>
              </p:cNvCxnSpPr>
              <p:nvPr/>
            </p:nvCxnSpPr>
            <p:spPr>
              <a:xfrm>
                <a:off x="7481373" y="4944996"/>
                <a:ext cx="1378060" cy="321612"/>
              </a:xfrm>
              <a:prstGeom prst="line">
                <a:avLst/>
              </a:prstGeom>
              <a:grpFill/>
              <a:ln w="38100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接點 117">
                <a:extLst>
                  <a:ext uri="{FF2B5EF4-FFF2-40B4-BE49-F238E27FC236}">
                    <a16:creationId xmlns:a16="http://schemas.microsoft.com/office/drawing/2014/main" id="{1583C68D-36B7-47E3-B6FD-4A4F97FE514A}"/>
                  </a:ext>
                </a:extLst>
              </p:cNvPr>
              <p:cNvCxnSpPr>
                <a:stCxn id="7" idx="3"/>
                <a:endCxn id="26" idx="2"/>
              </p:cNvCxnSpPr>
              <p:nvPr/>
            </p:nvCxnSpPr>
            <p:spPr>
              <a:xfrm flipV="1">
                <a:off x="9639584" y="2786833"/>
                <a:ext cx="417117" cy="9743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接點 119">
                <a:extLst>
                  <a:ext uri="{FF2B5EF4-FFF2-40B4-BE49-F238E27FC236}">
                    <a16:creationId xmlns:a16="http://schemas.microsoft.com/office/drawing/2014/main" id="{E0DF614A-B2DC-4E63-92C5-86FE75DCD949}"/>
                  </a:ext>
                </a:extLst>
              </p:cNvPr>
              <p:cNvCxnSpPr>
                <a:stCxn id="7" idx="3"/>
                <a:endCxn id="25" idx="2"/>
              </p:cNvCxnSpPr>
              <p:nvPr/>
            </p:nvCxnSpPr>
            <p:spPr>
              <a:xfrm>
                <a:off x="9639584" y="2796576"/>
                <a:ext cx="437237" cy="861177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接點 121">
                <a:extLst>
                  <a:ext uri="{FF2B5EF4-FFF2-40B4-BE49-F238E27FC236}">
                    <a16:creationId xmlns:a16="http://schemas.microsoft.com/office/drawing/2014/main" id="{EA7F6708-0F86-4704-A171-6426D659B893}"/>
                  </a:ext>
                </a:extLst>
              </p:cNvPr>
              <p:cNvCxnSpPr>
                <a:stCxn id="8" idx="3"/>
                <a:endCxn id="28" idx="2"/>
              </p:cNvCxnSpPr>
              <p:nvPr/>
            </p:nvCxnSpPr>
            <p:spPr>
              <a:xfrm flipV="1">
                <a:off x="8217248" y="1199183"/>
                <a:ext cx="1436197" cy="552542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線接點 123">
                <a:extLst>
                  <a:ext uri="{FF2B5EF4-FFF2-40B4-BE49-F238E27FC236}">
                    <a16:creationId xmlns:a16="http://schemas.microsoft.com/office/drawing/2014/main" id="{1C677481-5AEA-430D-9A9F-E4FF83DC87EF}"/>
                  </a:ext>
                </a:extLst>
              </p:cNvPr>
              <p:cNvCxnSpPr>
                <a:stCxn id="8" idx="3"/>
                <a:endCxn id="27" idx="2"/>
              </p:cNvCxnSpPr>
              <p:nvPr/>
            </p:nvCxnSpPr>
            <p:spPr>
              <a:xfrm flipV="1">
                <a:off x="8217248" y="878666"/>
                <a:ext cx="291233" cy="873059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接點 129">
                <a:extLst>
                  <a:ext uri="{FF2B5EF4-FFF2-40B4-BE49-F238E27FC236}">
                    <a16:creationId xmlns:a16="http://schemas.microsoft.com/office/drawing/2014/main" id="{229CE63F-CCAD-4E96-B326-D719E2AB69E2}"/>
                  </a:ext>
                </a:extLst>
              </p:cNvPr>
              <p:cNvCxnSpPr>
                <a:cxnSpLocks/>
                <a:endCxn id="30" idx="0"/>
              </p:cNvCxnSpPr>
              <p:nvPr/>
            </p:nvCxnSpPr>
            <p:spPr>
              <a:xfrm>
                <a:off x="5051948" y="3104186"/>
                <a:ext cx="10824" cy="756077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接點 131">
                <a:extLst>
                  <a:ext uri="{FF2B5EF4-FFF2-40B4-BE49-F238E27FC236}">
                    <a16:creationId xmlns:a16="http://schemas.microsoft.com/office/drawing/2014/main" id="{A16D8E0F-6997-4B6A-8072-ED83CA663C6D}"/>
                  </a:ext>
                </a:extLst>
              </p:cNvPr>
              <p:cNvCxnSpPr>
                <a:cxnSpLocks/>
                <a:stCxn id="30" idx="2"/>
                <a:endCxn id="69" idx="1"/>
              </p:cNvCxnSpPr>
              <p:nvPr/>
            </p:nvCxnSpPr>
            <p:spPr>
              <a:xfrm flipV="1">
                <a:off x="5062772" y="4655660"/>
                <a:ext cx="1936676" cy="38255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直線接點 133">
                <a:extLst>
                  <a:ext uri="{FF2B5EF4-FFF2-40B4-BE49-F238E27FC236}">
                    <a16:creationId xmlns:a16="http://schemas.microsoft.com/office/drawing/2014/main" id="{B771A834-D842-4990-843E-A0CFEB6A1311}"/>
                  </a:ext>
                </a:extLst>
              </p:cNvPr>
              <p:cNvCxnSpPr>
                <a:cxnSpLocks/>
                <a:stCxn id="69" idx="3"/>
                <a:endCxn id="32" idx="2"/>
              </p:cNvCxnSpPr>
              <p:nvPr/>
            </p:nvCxnSpPr>
            <p:spPr>
              <a:xfrm flipV="1">
                <a:off x="7963298" y="4655659"/>
                <a:ext cx="1194361" cy="1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接點 135">
                <a:extLst>
                  <a:ext uri="{FF2B5EF4-FFF2-40B4-BE49-F238E27FC236}">
                    <a16:creationId xmlns:a16="http://schemas.microsoft.com/office/drawing/2014/main" id="{A91C540E-4196-4AC9-8D8D-188F8B6045E3}"/>
                  </a:ext>
                </a:extLst>
              </p:cNvPr>
              <p:cNvCxnSpPr>
                <a:stCxn id="32" idx="0"/>
                <a:endCxn id="7" idx="2"/>
              </p:cNvCxnSpPr>
              <p:nvPr/>
            </p:nvCxnSpPr>
            <p:spPr>
              <a:xfrm flipV="1">
                <a:off x="9157659" y="3085912"/>
                <a:ext cx="0" cy="736095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接點 137">
                <a:extLst>
                  <a:ext uri="{FF2B5EF4-FFF2-40B4-BE49-F238E27FC236}">
                    <a16:creationId xmlns:a16="http://schemas.microsoft.com/office/drawing/2014/main" id="{4388DF5F-C414-4034-B9E4-4E5F1AE73A39}"/>
                  </a:ext>
                </a:extLst>
              </p:cNvPr>
              <p:cNvCxnSpPr>
                <a:stCxn id="31" idx="3"/>
                <a:endCxn id="7" idx="1"/>
              </p:cNvCxnSpPr>
              <p:nvPr/>
            </p:nvCxnSpPr>
            <p:spPr>
              <a:xfrm flipV="1">
                <a:off x="7633180" y="2796576"/>
                <a:ext cx="1042554" cy="1002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接點 139">
                <a:extLst>
                  <a:ext uri="{FF2B5EF4-FFF2-40B4-BE49-F238E27FC236}">
                    <a16:creationId xmlns:a16="http://schemas.microsoft.com/office/drawing/2014/main" id="{D0689312-1238-4003-BB6F-AC7E75B8AD49}"/>
                  </a:ext>
                </a:extLst>
              </p:cNvPr>
              <p:cNvCxnSpPr>
                <a:stCxn id="4" idx="3"/>
                <a:endCxn id="31" idx="1"/>
              </p:cNvCxnSpPr>
              <p:nvPr/>
            </p:nvCxnSpPr>
            <p:spPr>
              <a:xfrm flipV="1">
                <a:off x="5098567" y="2797578"/>
                <a:ext cx="1067526" cy="1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直線接點 141">
                <a:extLst>
                  <a:ext uri="{FF2B5EF4-FFF2-40B4-BE49-F238E27FC236}">
                    <a16:creationId xmlns:a16="http://schemas.microsoft.com/office/drawing/2014/main" id="{B86D59E7-50FD-40F7-8089-EBAB50160F7A}"/>
                  </a:ext>
                </a:extLst>
              </p:cNvPr>
              <p:cNvCxnSpPr>
                <a:stCxn id="29" idx="1"/>
                <a:endCxn id="4" idx="0"/>
              </p:cNvCxnSpPr>
              <p:nvPr/>
            </p:nvCxnSpPr>
            <p:spPr>
              <a:xfrm>
                <a:off x="4612515" y="1758011"/>
                <a:ext cx="4127" cy="750231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線接點 143">
                <a:extLst>
                  <a:ext uri="{FF2B5EF4-FFF2-40B4-BE49-F238E27FC236}">
                    <a16:creationId xmlns:a16="http://schemas.microsoft.com/office/drawing/2014/main" id="{66101CEC-8885-4D9C-B364-A9BFF68169CE}"/>
                  </a:ext>
                </a:extLst>
              </p:cNvPr>
              <p:cNvCxnSpPr>
                <a:stCxn id="29" idx="3"/>
                <a:endCxn id="8" idx="1"/>
              </p:cNvCxnSpPr>
              <p:nvPr/>
            </p:nvCxnSpPr>
            <p:spPr>
              <a:xfrm flipV="1">
                <a:off x="6079602" y="1751725"/>
                <a:ext cx="1173796" cy="6286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接點 145">
                <a:extLst>
                  <a:ext uri="{FF2B5EF4-FFF2-40B4-BE49-F238E27FC236}">
                    <a16:creationId xmlns:a16="http://schemas.microsoft.com/office/drawing/2014/main" id="{219D975D-4DDD-4F6D-9E89-DE35D4BF5166}"/>
                  </a:ext>
                </a:extLst>
              </p:cNvPr>
              <p:cNvCxnSpPr>
                <a:stCxn id="29" idx="0"/>
                <a:endCxn id="19" idx="4"/>
              </p:cNvCxnSpPr>
              <p:nvPr/>
            </p:nvCxnSpPr>
            <p:spPr>
              <a:xfrm flipH="1" flipV="1">
                <a:off x="5346058" y="894076"/>
                <a:ext cx="1" cy="447109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>
                <a:extLst>
                  <a:ext uri="{FF2B5EF4-FFF2-40B4-BE49-F238E27FC236}">
                    <a16:creationId xmlns:a16="http://schemas.microsoft.com/office/drawing/2014/main" id="{5AA120E0-7D2C-46D9-A533-2E98BC07C6D9}"/>
                  </a:ext>
                </a:extLst>
              </p:cNvPr>
              <p:cNvCxnSpPr>
                <a:cxnSpLocks/>
                <a:stCxn id="11" idx="2"/>
                <a:endCxn id="8" idx="3"/>
              </p:cNvCxnSpPr>
              <p:nvPr/>
            </p:nvCxnSpPr>
            <p:spPr>
              <a:xfrm flipH="1" flipV="1">
                <a:off x="8217248" y="1751725"/>
                <a:ext cx="976738" cy="232495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橢圓 52">
                <a:extLst>
                  <a:ext uri="{FF2B5EF4-FFF2-40B4-BE49-F238E27FC236}">
                    <a16:creationId xmlns:a16="http://schemas.microsoft.com/office/drawing/2014/main" id="{4DFC75C5-AE34-4B0C-A5BA-88EDEE029858}"/>
                  </a:ext>
                </a:extLst>
              </p:cNvPr>
              <p:cNvSpPr/>
              <p:nvPr/>
            </p:nvSpPr>
            <p:spPr>
              <a:xfrm>
                <a:off x="562264" y="3280208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授權</a:t>
                </a:r>
              </a:p>
            </p:txBody>
          </p:sp>
          <p:cxnSp>
            <p:nvCxnSpPr>
              <p:cNvPr id="16" name="直線接點 15">
                <a:extLst>
                  <a:ext uri="{FF2B5EF4-FFF2-40B4-BE49-F238E27FC236}">
                    <a16:creationId xmlns:a16="http://schemas.microsoft.com/office/drawing/2014/main" id="{6E92AF63-F176-4D6D-A764-41FCE76C92B6}"/>
                  </a:ext>
                </a:extLst>
              </p:cNvPr>
              <p:cNvCxnSpPr>
                <a:stCxn id="53" idx="6"/>
                <a:endCxn id="4" idx="1"/>
              </p:cNvCxnSpPr>
              <p:nvPr/>
            </p:nvCxnSpPr>
            <p:spPr>
              <a:xfrm flipV="1">
                <a:off x="1793206" y="2797579"/>
                <a:ext cx="2341511" cy="758901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BB0A17A0-8AC3-4401-92F8-48CC09698C99}"/>
                  </a:ext>
                </a:extLst>
              </p:cNvPr>
              <p:cNvSpPr txBox="1"/>
              <p:nvPr/>
            </p:nvSpPr>
            <p:spPr>
              <a:xfrm>
                <a:off x="9157659" y="3280208"/>
                <a:ext cx="37221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m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B932F89F-DA41-4B18-85A4-91D3D3AE6254}"/>
                  </a:ext>
                </a:extLst>
              </p:cNvPr>
              <p:cNvSpPr txBox="1"/>
              <p:nvPr/>
            </p:nvSpPr>
            <p:spPr>
              <a:xfrm>
                <a:off x="5498194" y="2382133"/>
                <a:ext cx="30809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n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5B7BF98-E8C9-4F76-A59C-13E115F33771}"/>
                  </a:ext>
                </a:extLst>
              </p:cNvPr>
              <p:cNvSpPr txBox="1"/>
              <p:nvPr/>
            </p:nvSpPr>
            <p:spPr>
              <a:xfrm>
                <a:off x="8093119" y="2380654"/>
                <a:ext cx="301686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1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72B39064-389D-49D5-8347-E2F15C515391}"/>
                  </a:ext>
                </a:extLst>
              </p:cNvPr>
              <p:cNvSpPr txBox="1"/>
              <p:nvPr/>
            </p:nvSpPr>
            <p:spPr>
              <a:xfrm>
                <a:off x="6121546" y="4316160"/>
                <a:ext cx="301686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1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327DB8C5-05A5-4AEE-89EA-BCE23FB8D151}"/>
                  </a:ext>
                </a:extLst>
              </p:cNvPr>
              <p:cNvSpPr txBox="1"/>
              <p:nvPr/>
            </p:nvSpPr>
            <p:spPr>
              <a:xfrm>
                <a:off x="4211992" y="1788352"/>
                <a:ext cx="37221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m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82C568CE-4DBC-4A1E-B700-64B22D4A261F}"/>
                  </a:ext>
                </a:extLst>
              </p:cNvPr>
              <p:cNvSpPr txBox="1"/>
              <p:nvPr/>
            </p:nvSpPr>
            <p:spPr>
              <a:xfrm>
                <a:off x="8126502" y="4277089"/>
                <a:ext cx="30809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n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0E4D0BE4-AE01-4FD8-8310-03E7D92239C2}"/>
                  </a:ext>
                </a:extLst>
              </p:cNvPr>
              <p:cNvSpPr txBox="1"/>
              <p:nvPr/>
            </p:nvSpPr>
            <p:spPr>
              <a:xfrm>
                <a:off x="6511370" y="1400198"/>
                <a:ext cx="30809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n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9ABAFE30-B10B-40B2-B1AC-85B0C5A64B65}"/>
                  </a:ext>
                </a:extLst>
              </p:cNvPr>
              <p:cNvSpPr txBox="1"/>
              <p:nvPr/>
            </p:nvSpPr>
            <p:spPr>
              <a:xfrm>
                <a:off x="5062771" y="3288421"/>
                <a:ext cx="308098" cy="369332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chemeClr val="bg2"/>
                    </a:solidFill>
                  </a:rPr>
                  <a:t>n</a:t>
                </a:r>
                <a:endParaRPr lang="zh-TW" altLang="en-US" b="1" dirty="0">
                  <a:solidFill>
                    <a:schemeClr val="bg2"/>
                  </a:solidFill>
                </a:endParaRPr>
              </a:p>
            </p:txBody>
          </p:sp>
          <p:cxnSp>
            <p:nvCxnSpPr>
              <p:cNvPr id="90" name="直線接點 89">
                <a:extLst>
                  <a:ext uri="{FF2B5EF4-FFF2-40B4-BE49-F238E27FC236}">
                    <a16:creationId xmlns:a16="http://schemas.microsoft.com/office/drawing/2014/main" id="{8D0619C2-1813-49C6-A8C4-9F6E78B5F492}"/>
                  </a:ext>
                </a:extLst>
              </p:cNvPr>
              <p:cNvCxnSpPr>
                <a:cxnSpLocks/>
                <a:endCxn id="92" idx="0"/>
              </p:cNvCxnSpPr>
              <p:nvPr/>
            </p:nvCxnSpPr>
            <p:spPr>
              <a:xfrm>
                <a:off x="4215219" y="3104186"/>
                <a:ext cx="9727" cy="1246240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流程圖: 決策 91">
                <a:extLst>
                  <a:ext uri="{FF2B5EF4-FFF2-40B4-BE49-F238E27FC236}">
                    <a16:creationId xmlns:a16="http://schemas.microsoft.com/office/drawing/2014/main" id="{1DA8C0A2-709C-49C3-B7CD-59856E645889}"/>
                  </a:ext>
                </a:extLst>
              </p:cNvPr>
              <p:cNvSpPr/>
              <p:nvPr/>
            </p:nvSpPr>
            <p:spPr>
              <a:xfrm>
                <a:off x="3491402" y="4350426"/>
                <a:ext cx="1467087" cy="833652"/>
              </a:xfrm>
              <a:prstGeom prst="flowChartDecision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有</a:t>
                </a:r>
              </a:p>
            </p:txBody>
          </p:sp>
          <p:sp>
            <p:nvSpPr>
              <p:cNvPr id="98" name="橢圓 97">
                <a:extLst>
                  <a:ext uri="{FF2B5EF4-FFF2-40B4-BE49-F238E27FC236}">
                    <a16:creationId xmlns:a16="http://schemas.microsoft.com/office/drawing/2014/main" id="{964692CF-4D88-40A0-B629-D3219F0AAF36}"/>
                  </a:ext>
                </a:extLst>
              </p:cNvPr>
              <p:cNvSpPr/>
              <p:nvPr/>
            </p:nvSpPr>
            <p:spPr>
              <a:xfrm>
                <a:off x="1970801" y="4801759"/>
                <a:ext cx="1515246" cy="552543"/>
              </a:xfrm>
              <a:prstGeom prst="ellipse">
                <a:avLst/>
              </a:prstGeom>
              <a:grpFill/>
              <a:ln w="38100" cmpd="sng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u="sng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Tag</a:t>
                </a:r>
                <a:r>
                  <a:rPr lang="zh-TW" altLang="en-US" u="sng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代號</a:t>
                </a:r>
              </a:p>
            </p:txBody>
          </p:sp>
          <p:cxnSp>
            <p:nvCxnSpPr>
              <p:cNvPr id="106" name="直線接點 105">
                <a:extLst>
                  <a:ext uri="{FF2B5EF4-FFF2-40B4-BE49-F238E27FC236}">
                    <a16:creationId xmlns:a16="http://schemas.microsoft.com/office/drawing/2014/main" id="{8CBB5843-E777-418A-BBF6-56E98597345A}"/>
                  </a:ext>
                </a:extLst>
              </p:cNvPr>
              <p:cNvCxnSpPr>
                <a:cxnSpLocks/>
                <a:stCxn id="92" idx="2"/>
                <a:endCxn id="97" idx="0"/>
              </p:cNvCxnSpPr>
              <p:nvPr/>
            </p:nvCxnSpPr>
            <p:spPr>
              <a:xfrm>
                <a:off x="4224946" y="5184078"/>
                <a:ext cx="887" cy="307745"/>
              </a:xfrm>
              <a:prstGeom prst="line">
                <a:avLst/>
              </a:prstGeom>
              <a:grpFill/>
              <a:ln w="76200" cmpd="dbl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接點 120">
                <a:extLst>
                  <a:ext uri="{FF2B5EF4-FFF2-40B4-BE49-F238E27FC236}">
                    <a16:creationId xmlns:a16="http://schemas.microsoft.com/office/drawing/2014/main" id="{D98B4ADE-CEC7-4982-A7DC-27181C16D555}"/>
                  </a:ext>
                </a:extLst>
              </p:cNvPr>
              <p:cNvCxnSpPr>
                <a:cxnSpLocks/>
                <a:stCxn id="97" idx="1"/>
                <a:endCxn id="98" idx="6"/>
              </p:cNvCxnSpPr>
              <p:nvPr/>
            </p:nvCxnSpPr>
            <p:spPr>
              <a:xfrm flipH="1" flipV="1">
                <a:off x="3486047" y="5078031"/>
                <a:ext cx="257861" cy="703129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F6EEDF99-A567-46F5-A8F0-54E29683616E}"/>
                  </a:ext>
                </a:extLst>
              </p:cNvPr>
              <p:cNvSpPr/>
              <p:nvPr/>
            </p:nvSpPr>
            <p:spPr>
              <a:xfrm>
                <a:off x="4134717" y="2508242"/>
                <a:ext cx="963850" cy="578673"/>
              </a:xfrm>
              <a:prstGeom prst="rect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小說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8BA4813D-5E1C-42D9-A51A-236FA101D354}"/>
                  </a:ext>
                </a:extLst>
              </p:cNvPr>
              <p:cNvSpPr/>
              <p:nvPr/>
            </p:nvSpPr>
            <p:spPr>
              <a:xfrm>
                <a:off x="8675734" y="2507239"/>
                <a:ext cx="963850" cy="578673"/>
              </a:xfrm>
              <a:prstGeom prst="rect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作者</a:t>
                </a:r>
              </a:p>
            </p:txBody>
          </p:sp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B6219D12-5C09-4654-80EE-120713811794}"/>
                  </a:ext>
                </a:extLst>
              </p:cNvPr>
              <p:cNvSpPr/>
              <p:nvPr/>
            </p:nvSpPr>
            <p:spPr>
              <a:xfrm>
                <a:off x="3743908" y="5491823"/>
                <a:ext cx="963850" cy="578673"/>
              </a:xfrm>
              <a:prstGeom prst="rect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tag</a:t>
                </a:r>
                <a:endPara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AF074DE4-C9E2-4A29-A201-EA83108C0221}"/>
                  </a:ext>
                </a:extLst>
              </p:cNvPr>
              <p:cNvSpPr/>
              <p:nvPr/>
            </p:nvSpPr>
            <p:spPr>
              <a:xfrm>
                <a:off x="6999448" y="4366323"/>
                <a:ext cx="963850" cy="578673"/>
              </a:xfrm>
              <a:prstGeom prst="rect">
                <a:avLst/>
              </a:prstGeom>
              <a:grpFill/>
              <a:ln w="381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ysClr val="windowText" lastClr="00000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出版社</a:t>
                </a:r>
              </a:p>
            </p:txBody>
          </p:sp>
          <p:sp>
            <p:nvSpPr>
              <p:cNvPr id="72" name="橢圓 71">
                <a:extLst>
                  <a:ext uri="{FF2B5EF4-FFF2-40B4-BE49-F238E27FC236}">
                    <a16:creationId xmlns:a16="http://schemas.microsoft.com/office/drawing/2014/main" id="{453FFD29-E9D6-4695-9EC3-06A1E74B02DD}"/>
                  </a:ext>
                </a:extLst>
              </p:cNvPr>
              <p:cNvSpPr/>
              <p:nvPr/>
            </p:nvSpPr>
            <p:spPr>
              <a:xfrm>
                <a:off x="818667" y="2606365"/>
                <a:ext cx="1230942" cy="552543"/>
              </a:xfrm>
              <a:prstGeom prst="ellips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dirty="0">
                    <a:solidFill>
                      <a:schemeClr val="bg2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系列</a:t>
                </a:r>
              </a:p>
            </p:txBody>
          </p:sp>
          <p:cxnSp>
            <p:nvCxnSpPr>
              <p:cNvPr id="73" name="直線接點 72">
                <a:extLst>
                  <a:ext uri="{FF2B5EF4-FFF2-40B4-BE49-F238E27FC236}">
                    <a16:creationId xmlns:a16="http://schemas.microsoft.com/office/drawing/2014/main" id="{4E7A0E43-A390-4BFE-871E-30FAECD28E77}"/>
                  </a:ext>
                </a:extLst>
              </p:cNvPr>
              <p:cNvCxnSpPr>
                <a:cxnSpLocks/>
                <a:stCxn id="72" idx="6"/>
                <a:endCxn id="4" idx="1"/>
              </p:cNvCxnSpPr>
              <p:nvPr/>
            </p:nvCxnSpPr>
            <p:spPr>
              <a:xfrm flipV="1">
                <a:off x="2049609" y="2797579"/>
                <a:ext cx="2085108" cy="85058"/>
              </a:xfrm>
              <a:prstGeom prst="line">
                <a:avLst/>
              </a:prstGeom>
              <a:grpFill/>
              <a:ln w="381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1F97D6E7-DB04-4316-9CCE-352D7909ABCE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46DD2D8D-8A2D-413E-B63C-C948B3D7AE8D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87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1FB77551-11D3-4F14-9979-800CD90D343E}"/>
              </a:ext>
            </a:extLst>
          </p:cNvPr>
          <p:cNvGrpSpPr/>
          <p:nvPr/>
        </p:nvGrpSpPr>
        <p:grpSpPr>
          <a:xfrm>
            <a:off x="562264" y="166287"/>
            <a:ext cx="11067471" cy="6456414"/>
            <a:chOff x="562264" y="200793"/>
            <a:chExt cx="11067471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0" y="3381481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0" y="2510561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3" y="2786833"/>
              <a:ext cx="417117" cy="974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3" y="2796576"/>
              <a:ext cx="437237" cy="86117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9157658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3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3" y="2507239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39C90B7F-FEB0-4247-83EE-60190B48E779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94" name="文字方塊 93">
              <a:extLst>
                <a:ext uri="{FF2B5EF4-FFF2-40B4-BE49-F238E27FC236}">
                  <a16:creationId xmlns:a16="http://schemas.microsoft.com/office/drawing/2014/main" id="{0F1DF393-AF4D-4E65-9537-2AADF1706614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4528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204FFD09-52E6-482C-958D-90795BAC15BD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5C7EF233-60E9-455E-90EE-5A764B8F1BD6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F2B2E3CE-52B8-4A40-9605-DBCFC046AFA8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788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49A3DEAC-1404-4DF0-BBB0-8CF767C73A6A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D047ADB6-A37F-41D9-82DD-56C19FB28213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DA39594D-0E78-4C09-BC34-338A2A271BBD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6173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65EC1EE-1D10-407B-948E-4F6674581AE5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7DE59FB1-ECD2-4B1D-9C42-DFC53DAD4253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34D7044B-7423-4530-A5A5-09480A21F5A0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712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0BB13AC-4697-4880-8A57-87524D28BE69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4238760" y="330040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381365" y="5097339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1871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D3584EAB-B886-4C81-9EC2-03D21D83B774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07027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06679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>
              <a:off x="4612515" y="1723505"/>
              <a:ext cx="4127" cy="750231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cxnSpLocks/>
              <a:stCxn id="29" idx="3"/>
            </p:cNvCxnSpPr>
            <p:nvPr/>
          </p:nvCxnSpPr>
          <p:spPr>
            <a:xfrm flipV="1">
              <a:off x="6079602" y="1717219"/>
              <a:ext cx="1173796" cy="6286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59570"/>
              <a:ext cx="1" cy="447109"/>
            </a:xfrm>
            <a:prstGeom prst="line">
              <a:avLst/>
            </a:prstGeom>
            <a:grpFill/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m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4C77C4"/>
                  </a:solidFill>
                </a:rPr>
                <a:t>n</a:t>
              </a:r>
              <a:endParaRPr lang="zh-TW" altLang="en-US" b="1" dirty="0">
                <a:solidFill>
                  <a:srgbClr val="4C77C4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D89BD219-B52D-4EC2-9967-CC7FCCB63850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47B07F5E-1F87-4C1C-AA3D-39A7ADEE9D5B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3315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8508FA64-3448-4DE6-8619-7D26C25FCF10}"/>
              </a:ext>
            </a:extLst>
          </p:cNvPr>
          <p:cNvGrpSpPr/>
          <p:nvPr/>
        </p:nvGrpSpPr>
        <p:grpSpPr>
          <a:xfrm>
            <a:off x="562264" y="200793"/>
            <a:ext cx="11067472" cy="6456414"/>
            <a:chOff x="562264" y="200793"/>
            <a:chExt cx="11067472" cy="6456414"/>
          </a:xfrm>
          <a:noFill/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2142159" y="200793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318562" y="151208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994768" y="848539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38085" y="40524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456455" y="83321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61221" y="2104382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559540" y="341533"/>
              <a:ext cx="1573035" cy="552543"/>
            </a:xfrm>
            <a:prstGeom prst="ellips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4965" y="3455360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1038364" y="546667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666116" y="610466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243962" y="52666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823749" y="5243571"/>
              <a:ext cx="1911574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076821" y="338148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056701" y="2510561"/>
              <a:ext cx="1573035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508481" y="602394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653445" y="922911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12515" y="1341185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329228" y="3860263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166093" y="2380752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24115" y="3822007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715194" y="477065"/>
              <a:ext cx="419523" cy="2320514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687397" y="1109487"/>
              <a:ext cx="447320" cy="168809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2225710" y="1124811"/>
              <a:ext cx="1909007" cy="167276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69027" y="2797579"/>
              <a:ext cx="465690" cy="15311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25907" y="2797579"/>
              <a:ext cx="908810" cy="93405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549504" y="1788352"/>
              <a:ext cx="1585213" cy="100922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3092163" y="2380654"/>
              <a:ext cx="1042554" cy="41692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269306" y="5742943"/>
              <a:ext cx="1474602" cy="3821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495949" y="5781160"/>
              <a:ext cx="247959" cy="59977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779536" y="4944996"/>
              <a:ext cx="701837" cy="298575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481373" y="4944996"/>
              <a:ext cx="1378060" cy="32161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39584" y="2786833"/>
              <a:ext cx="417117" cy="9743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39584" y="2796576"/>
              <a:ext cx="437237" cy="861177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17248" y="1199183"/>
              <a:ext cx="1436197" cy="552542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17248" y="878666"/>
              <a:ext cx="291233" cy="87305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51948" y="3104186"/>
              <a:ext cx="10824" cy="756077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5062772" y="4655660"/>
              <a:ext cx="1936676" cy="3825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963298" y="4655659"/>
              <a:ext cx="1194361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9157659" y="3085912"/>
              <a:ext cx="0" cy="73609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33180" y="2796576"/>
              <a:ext cx="1042554" cy="1002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098567" y="2797578"/>
              <a:ext cx="1067526" cy="1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12515" y="1758011"/>
              <a:ext cx="4127" cy="75023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079602" y="1751725"/>
              <a:ext cx="1173796" cy="6286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46058" y="894076"/>
              <a:ext cx="1" cy="44710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562264" y="3280208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793206" y="2797579"/>
              <a:ext cx="2341511" cy="758901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157659" y="328020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498194" y="23821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093119" y="238065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6121546" y="431616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1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11992" y="178835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8126502" y="427708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1370" y="14001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5062771" y="328842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4215219" y="3104186"/>
              <a:ext cx="9727" cy="1246240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491402" y="4350426"/>
              <a:ext cx="1467087" cy="833652"/>
            </a:xfrm>
            <a:prstGeom prst="flowChartDecision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970801" y="480175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4224946" y="5184078"/>
              <a:ext cx="887" cy="307745"/>
            </a:xfrm>
            <a:prstGeom prst="line">
              <a:avLst/>
            </a:prstGeom>
            <a:grpFill/>
            <a:ln w="76200" cmpd="dbl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486047" y="5078031"/>
              <a:ext cx="257861" cy="703129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34717" y="2508242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675734" y="2507239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743908" y="54918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999448" y="4366323"/>
              <a:ext cx="963850" cy="578673"/>
            </a:xfrm>
            <a:prstGeom prst="rect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453FFD29-E9D6-4695-9EC3-06A1E74B02DD}"/>
                </a:ext>
              </a:extLst>
            </p:cNvPr>
            <p:cNvSpPr/>
            <p:nvPr/>
          </p:nvSpPr>
          <p:spPr>
            <a:xfrm>
              <a:off x="818667" y="2606365"/>
              <a:ext cx="1230942" cy="552543"/>
            </a:xfrm>
            <a:prstGeom prst="ellips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bg2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4E7A0E43-A390-4BFE-871E-30FAECD28E77}"/>
                </a:ext>
              </a:extLst>
            </p:cNvPr>
            <p:cNvCxnSpPr>
              <a:cxnSpLocks/>
              <a:stCxn id="72" idx="6"/>
              <a:endCxn id="4" idx="1"/>
            </p:cNvCxnSpPr>
            <p:nvPr/>
          </p:nvCxnSpPr>
          <p:spPr>
            <a:xfrm flipV="1">
              <a:off x="2049609" y="2797579"/>
              <a:ext cx="2085108" cy="85058"/>
            </a:xfrm>
            <a:prstGeom prst="line">
              <a:avLst/>
            </a:prstGeom>
            <a:grpFill/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D89BD219-B52D-4EC2-9967-CC7FCCB63850}"/>
                </a:ext>
              </a:extLst>
            </p:cNvPr>
            <p:cNvSpPr txBox="1"/>
            <p:nvPr/>
          </p:nvSpPr>
          <p:spPr>
            <a:xfrm>
              <a:off x="4238760" y="326589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n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47B07F5E-1F87-4C1C-AA3D-39A7ADEE9D5B}"/>
                </a:ext>
              </a:extLst>
            </p:cNvPr>
            <p:cNvSpPr txBox="1"/>
            <p:nvPr/>
          </p:nvSpPr>
          <p:spPr>
            <a:xfrm>
              <a:off x="4381365" y="5062834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chemeClr val="bg2"/>
                  </a:solidFill>
                </a:rPr>
                <a:t>m</a:t>
              </a:r>
              <a:endParaRPr lang="zh-TW" altLang="en-US" b="1" dirty="0">
                <a:solidFill>
                  <a:schemeClr val="bg2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53398" y="1462388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9193986" y="1707948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2F528F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17248" y="1751725"/>
              <a:ext cx="976738" cy="23249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1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2182DAA-0E8C-4F5B-9213-F4B6CFB4F174}"/>
              </a:ext>
            </a:extLst>
          </p:cNvPr>
          <p:cNvSpPr/>
          <p:nvPr/>
        </p:nvSpPr>
        <p:spPr>
          <a:xfrm>
            <a:off x="7253398" y="1462388"/>
            <a:ext cx="963850" cy="578673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使用者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74CC088-F6BB-4D78-8774-E19DB0C79FE8}"/>
              </a:ext>
            </a:extLst>
          </p:cNvPr>
          <p:cNvSpPr/>
          <p:nvPr/>
        </p:nvSpPr>
        <p:spPr>
          <a:xfrm>
            <a:off x="9193986" y="1707948"/>
            <a:ext cx="1573035" cy="552543"/>
          </a:xfrm>
          <a:prstGeom prst="ellipse">
            <a:avLst/>
          </a:prstGeom>
          <a:ln w="76200" cmpd="dbl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愛心紀錄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0C7A5AB-1A86-48CD-8E4A-59295C6599A4}"/>
              </a:ext>
            </a:extLst>
          </p:cNvPr>
          <p:cNvSpPr/>
          <p:nvPr/>
        </p:nvSpPr>
        <p:spPr>
          <a:xfrm>
            <a:off x="2142159" y="200793"/>
            <a:ext cx="1573035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小說代號</a:t>
            </a: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3DA73774-161F-4E32-8D07-D371A0C6B297}"/>
              </a:ext>
            </a:extLst>
          </p:cNvPr>
          <p:cNvSpPr/>
          <p:nvPr/>
        </p:nvSpPr>
        <p:spPr>
          <a:xfrm>
            <a:off x="1318562" y="1512080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狀態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F1FBEB0-2E02-445D-899B-763581FD5A81}"/>
              </a:ext>
            </a:extLst>
          </p:cNvPr>
          <p:cNvSpPr/>
          <p:nvPr/>
        </p:nvSpPr>
        <p:spPr>
          <a:xfrm>
            <a:off x="994768" y="848539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類別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904EE205-B037-44B5-A64A-7F12D5398B76}"/>
              </a:ext>
            </a:extLst>
          </p:cNvPr>
          <p:cNvSpPr/>
          <p:nvPr/>
        </p:nvSpPr>
        <p:spPr>
          <a:xfrm>
            <a:off x="2438085" y="4052408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簡介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6D631BD-55A0-4F2C-86C6-B99A6CBB8065}"/>
              </a:ext>
            </a:extLst>
          </p:cNvPr>
          <p:cNvSpPr/>
          <p:nvPr/>
        </p:nvSpPr>
        <p:spPr>
          <a:xfrm>
            <a:off x="2456455" y="833215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書名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BC76BE46-86FF-4B5A-968F-C55EC2FA534B}"/>
              </a:ext>
            </a:extLst>
          </p:cNvPr>
          <p:cNvSpPr/>
          <p:nvPr/>
        </p:nvSpPr>
        <p:spPr>
          <a:xfrm>
            <a:off x="1861221" y="2104382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愛心數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4EC46C7-04E8-4310-8736-49F1B6908626}"/>
              </a:ext>
            </a:extLst>
          </p:cNvPr>
          <p:cNvSpPr/>
          <p:nvPr/>
        </p:nvSpPr>
        <p:spPr>
          <a:xfrm>
            <a:off x="4559540" y="341533"/>
            <a:ext cx="1573035" cy="552543"/>
          </a:xfrm>
          <a:prstGeom prst="ellipse">
            <a:avLst/>
          </a:prstGeom>
          <a:ln w="76200" cmpd="dbl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歷史紀錄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8581CC69-98F4-46B0-AE91-8CA44F3236EF}"/>
              </a:ext>
            </a:extLst>
          </p:cNvPr>
          <p:cNvSpPr/>
          <p:nvPr/>
        </p:nvSpPr>
        <p:spPr>
          <a:xfrm>
            <a:off x="1994965" y="3455360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連結</a:t>
            </a: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F875BE5-297C-4CC9-A47C-AE3019E5B3EF}"/>
              </a:ext>
            </a:extLst>
          </p:cNvPr>
          <p:cNvSpPr/>
          <p:nvPr/>
        </p:nvSpPr>
        <p:spPr>
          <a:xfrm>
            <a:off x="1038364" y="5466671"/>
            <a:ext cx="1230942" cy="552543"/>
          </a:xfrm>
          <a:prstGeom prst="ellipse">
            <a:avLst/>
          </a:prstGeom>
          <a:noFill/>
          <a:ln w="38100" cmpd="sng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87A2ED50-B606-411A-8EF1-85E6A3BF2C94}"/>
              </a:ext>
            </a:extLst>
          </p:cNvPr>
          <p:cNvSpPr/>
          <p:nvPr/>
        </p:nvSpPr>
        <p:spPr>
          <a:xfrm>
            <a:off x="1666116" y="6104664"/>
            <a:ext cx="1829833" cy="552543"/>
          </a:xfrm>
          <a:prstGeom prst="ellipse">
            <a:avLst/>
          </a:prstGeom>
          <a:noFill/>
          <a:ln w="38100" cmpd="sng">
            <a:solidFill>
              <a:schemeClr val="bg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正則化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836AC00E-2EB8-4751-BEAF-3631D95C4980}"/>
              </a:ext>
            </a:extLst>
          </p:cNvPr>
          <p:cNvSpPr/>
          <p:nvPr/>
        </p:nvSpPr>
        <p:spPr>
          <a:xfrm>
            <a:off x="8243962" y="5266608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名字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65D9E7A0-44BE-4855-856A-E6D1E673553D}"/>
              </a:ext>
            </a:extLst>
          </p:cNvPr>
          <p:cNvSpPr/>
          <p:nvPr/>
        </p:nvSpPr>
        <p:spPr>
          <a:xfrm>
            <a:off x="5823749" y="5243571"/>
            <a:ext cx="1911574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出版社代號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916C7219-7D59-477B-83BF-4AF8FC830BA8}"/>
              </a:ext>
            </a:extLst>
          </p:cNvPr>
          <p:cNvSpPr/>
          <p:nvPr/>
        </p:nvSpPr>
        <p:spPr>
          <a:xfrm>
            <a:off x="10076821" y="3381481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姓名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DCCC405-FA22-4278-8938-CED02EE90AFB}"/>
              </a:ext>
            </a:extLst>
          </p:cNvPr>
          <p:cNvSpPr/>
          <p:nvPr/>
        </p:nvSpPr>
        <p:spPr>
          <a:xfrm>
            <a:off x="10056701" y="2510561"/>
            <a:ext cx="1573035" cy="552543"/>
          </a:xfrm>
          <a:prstGeom prst="ellipse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作者代號</a:t>
            </a: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0252EBF0-7A2A-4EA1-9D7D-CA4E813F4901}"/>
              </a:ext>
            </a:extLst>
          </p:cNvPr>
          <p:cNvSpPr/>
          <p:nvPr/>
        </p:nvSpPr>
        <p:spPr>
          <a:xfrm>
            <a:off x="8508481" y="602394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帳號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DC33FA6-AABC-4C50-975A-D49FACBD2586}"/>
              </a:ext>
            </a:extLst>
          </p:cNvPr>
          <p:cNvSpPr/>
          <p:nvPr/>
        </p:nvSpPr>
        <p:spPr>
          <a:xfrm>
            <a:off x="9653445" y="922911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密碼</a:t>
            </a:r>
          </a:p>
        </p:txBody>
      </p:sp>
      <p:sp>
        <p:nvSpPr>
          <p:cNvPr id="29" name="流程圖: 決策 28">
            <a:extLst>
              <a:ext uri="{FF2B5EF4-FFF2-40B4-BE49-F238E27FC236}">
                <a16:creationId xmlns:a16="http://schemas.microsoft.com/office/drawing/2014/main" id="{DA503EA1-6026-4B2E-85E1-6A63A472D0B0}"/>
              </a:ext>
            </a:extLst>
          </p:cNvPr>
          <p:cNvSpPr/>
          <p:nvPr/>
        </p:nvSpPr>
        <p:spPr>
          <a:xfrm>
            <a:off x="4612515" y="1341185"/>
            <a:ext cx="1467087" cy="833652"/>
          </a:xfrm>
          <a:prstGeom prst="flowChartDecision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閱讀</a:t>
            </a:r>
          </a:p>
        </p:txBody>
      </p:sp>
      <p:sp>
        <p:nvSpPr>
          <p:cNvPr id="30" name="流程圖: 決策 29">
            <a:extLst>
              <a:ext uri="{FF2B5EF4-FFF2-40B4-BE49-F238E27FC236}">
                <a16:creationId xmlns:a16="http://schemas.microsoft.com/office/drawing/2014/main" id="{AA94ACB0-374A-428F-885A-54E11B5F9156}"/>
              </a:ext>
            </a:extLst>
          </p:cNvPr>
          <p:cNvSpPr/>
          <p:nvPr/>
        </p:nvSpPr>
        <p:spPr>
          <a:xfrm>
            <a:off x="4329228" y="3860263"/>
            <a:ext cx="1467087" cy="833652"/>
          </a:xfrm>
          <a:prstGeom prst="flowChartDecision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</a:t>
            </a:r>
          </a:p>
        </p:txBody>
      </p:sp>
      <p:sp>
        <p:nvSpPr>
          <p:cNvPr id="31" name="流程圖: 決策 30">
            <a:extLst>
              <a:ext uri="{FF2B5EF4-FFF2-40B4-BE49-F238E27FC236}">
                <a16:creationId xmlns:a16="http://schemas.microsoft.com/office/drawing/2014/main" id="{B1D1C64B-5E5F-4921-BB31-20BB12819721}"/>
              </a:ext>
            </a:extLst>
          </p:cNvPr>
          <p:cNvSpPr/>
          <p:nvPr/>
        </p:nvSpPr>
        <p:spPr>
          <a:xfrm>
            <a:off x="6166093" y="2380752"/>
            <a:ext cx="1467087" cy="833652"/>
          </a:xfrm>
          <a:prstGeom prst="flowChartDecision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撰寫</a:t>
            </a:r>
          </a:p>
        </p:txBody>
      </p:sp>
      <p:sp>
        <p:nvSpPr>
          <p:cNvPr id="32" name="流程圖: 決策 31">
            <a:extLst>
              <a:ext uri="{FF2B5EF4-FFF2-40B4-BE49-F238E27FC236}">
                <a16:creationId xmlns:a16="http://schemas.microsoft.com/office/drawing/2014/main" id="{F503F4C1-00BD-42DD-BB32-E8CE9F644772}"/>
              </a:ext>
            </a:extLst>
          </p:cNvPr>
          <p:cNvSpPr/>
          <p:nvPr/>
        </p:nvSpPr>
        <p:spPr>
          <a:xfrm>
            <a:off x="8424115" y="3822007"/>
            <a:ext cx="1467087" cy="833652"/>
          </a:xfrm>
          <a:prstGeom prst="flowChartDecision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簽約</a:t>
            </a:r>
          </a:p>
        </p:txBody>
      </p: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0A20B9D-06F8-486A-8C92-BB9D95FD9810}"/>
              </a:ext>
            </a:extLst>
          </p:cNvPr>
          <p:cNvCxnSpPr>
            <a:cxnSpLocks/>
            <a:stCxn id="12" idx="6"/>
            <a:endCxn id="4" idx="1"/>
          </p:cNvCxnSpPr>
          <p:nvPr/>
        </p:nvCxnSpPr>
        <p:spPr>
          <a:xfrm>
            <a:off x="3715194" y="477065"/>
            <a:ext cx="419523" cy="2320514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F6515FF-CABB-4B08-839F-08A4D41C304E}"/>
              </a:ext>
            </a:extLst>
          </p:cNvPr>
          <p:cNvCxnSpPr>
            <a:cxnSpLocks/>
            <a:stCxn id="17" idx="6"/>
            <a:endCxn id="4" idx="1"/>
          </p:cNvCxnSpPr>
          <p:nvPr/>
        </p:nvCxnSpPr>
        <p:spPr>
          <a:xfrm>
            <a:off x="3687397" y="1109487"/>
            <a:ext cx="447320" cy="168809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951EBB64-AFDA-41FF-8829-AD71D11B78DA}"/>
              </a:ext>
            </a:extLst>
          </p:cNvPr>
          <p:cNvCxnSpPr>
            <a:stCxn id="14" idx="6"/>
            <a:endCxn id="4" idx="1"/>
          </p:cNvCxnSpPr>
          <p:nvPr/>
        </p:nvCxnSpPr>
        <p:spPr>
          <a:xfrm>
            <a:off x="2225710" y="1124811"/>
            <a:ext cx="1909007" cy="1672768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1EC98F50-6EE5-4EB6-84FD-B4114B954638}"/>
              </a:ext>
            </a:extLst>
          </p:cNvPr>
          <p:cNvCxnSpPr>
            <a:cxnSpLocks/>
            <a:stCxn id="15" idx="6"/>
            <a:endCxn id="4" idx="1"/>
          </p:cNvCxnSpPr>
          <p:nvPr/>
        </p:nvCxnSpPr>
        <p:spPr>
          <a:xfrm flipV="1">
            <a:off x="3669027" y="2797579"/>
            <a:ext cx="465690" cy="1531101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F78D6C6B-AC27-48A0-8770-68F9AAE5D9D8}"/>
              </a:ext>
            </a:extLst>
          </p:cNvPr>
          <p:cNvCxnSpPr>
            <a:stCxn id="20" idx="6"/>
            <a:endCxn id="4" idx="1"/>
          </p:cNvCxnSpPr>
          <p:nvPr/>
        </p:nvCxnSpPr>
        <p:spPr>
          <a:xfrm flipV="1">
            <a:off x="3225907" y="2797579"/>
            <a:ext cx="908810" cy="93405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B1C70860-DF32-490B-887C-45F51F6D8474}"/>
              </a:ext>
            </a:extLst>
          </p:cNvPr>
          <p:cNvCxnSpPr>
            <a:cxnSpLocks/>
            <a:stCxn id="13" idx="6"/>
            <a:endCxn id="4" idx="1"/>
          </p:cNvCxnSpPr>
          <p:nvPr/>
        </p:nvCxnSpPr>
        <p:spPr>
          <a:xfrm>
            <a:off x="2549504" y="1788352"/>
            <a:ext cx="1585213" cy="1009227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B9F81377-F027-4094-AD5D-385BA2A4CDA0}"/>
              </a:ext>
            </a:extLst>
          </p:cNvPr>
          <p:cNvCxnSpPr>
            <a:stCxn id="18" idx="6"/>
            <a:endCxn id="4" idx="1"/>
          </p:cNvCxnSpPr>
          <p:nvPr/>
        </p:nvCxnSpPr>
        <p:spPr>
          <a:xfrm>
            <a:off x="3092163" y="2380654"/>
            <a:ext cx="1042554" cy="416925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C694CF34-7F3F-4BE0-990D-DCA7D695B5E1}"/>
              </a:ext>
            </a:extLst>
          </p:cNvPr>
          <p:cNvCxnSpPr>
            <a:cxnSpLocks/>
            <a:stCxn id="21" idx="6"/>
            <a:endCxn id="97" idx="1"/>
          </p:cNvCxnSpPr>
          <p:nvPr/>
        </p:nvCxnSpPr>
        <p:spPr>
          <a:xfrm>
            <a:off x="2269306" y="5742943"/>
            <a:ext cx="1474602" cy="38217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9CD793D7-F2E4-4D46-A236-BCA3175C9881}"/>
              </a:ext>
            </a:extLst>
          </p:cNvPr>
          <p:cNvCxnSpPr>
            <a:cxnSpLocks/>
            <a:stCxn id="97" idx="1"/>
            <a:endCxn id="22" idx="6"/>
          </p:cNvCxnSpPr>
          <p:nvPr/>
        </p:nvCxnSpPr>
        <p:spPr>
          <a:xfrm flipH="1">
            <a:off x="3495949" y="5781160"/>
            <a:ext cx="247959" cy="599776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接點 113">
            <a:extLst>
              <a:ext uri="{FF2B5EF4-FFF2-40B4-BE49-F238E27FC236}">
                <a16:creationId xmlns:a16="http://schemas.microsoft.com/office/drawing/2014/main" id="{D69700CE-C7D1-4D0C-88B5-81FB6269A630}"/>
              </a:ext>
            </a:extLst>
          </p:cNvPr>
          <p:cNvCxnSpPr>
            <a:cxnSpLocks/>
            <a:stCxn id="69" idx="2"/>
            <a:endCxn id="24" idx="0"/>
          </p:cNvCxnSpPr>
          <p:nvPr/>
        </p:nvCxnSpPr>
        <p:spPr>
          <a:xfrm flipH="1">
            <a:off x="6779536" y="4944996"/>
            <a:ext cx="701837" cy="298575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線接點 115">
            <a:extLst>
              <a:ext uri="{FF2B5EF4-FFF2-40B4-BE49-F238E27FC236}">
                <a16:creationId xmlns:a16="http://schemas.microsoft.com/office/drawing/2014/main" id="{B3AB68E6-CD60-44EC-AF71-684B072B1039}"/>
              </a:ext>
            </a:extLst>
          </p:cNvPr>
          <p:cNvCxnSpPr>
            <a:cxnSpLocks/>
            <a:stCxn id="69" idx="2"/>
            <a:endCxn id="23" idx="0"/>
          </p:cNvCxnSpPr>
          <p:nvPr/>
        </p:nvCxnSpPr>
        <p:spPr>
          <a:xfrm>
            <a:off x="7481373" y="4944996"/>
            <a:ext cx="1378060" cy="32161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1583C68D-36B7-47E3-B6FD-4A4F97FE514A}"/>
              </a:ext>
            </a:extLst>
          </p:cNvPr>
          <p:cNvCxnSpPr>
            <a:stCxn id="7" idx="3"/>
            <a:endCxn id="26" idx="2"/>
          </p:cNvCxnSpPr>
          <p:nvPr/>
        </p:nvCxnSpPr>
        <p:spPr>
          <a:xfrm flipV="1">
            <a:off x="9639584" y="2786833"/>
            <a:ext cx="417117" cy="974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接點 119">
            <a:extLst>
              <a:ext uri="{FF2B5EF4-FFF2-40B4-BE49-F238E27FC236}">
                <a16:creationId xmlns:a16="http://schemas.microsoft.com/office/drawing/2014/main" id="{E0DF614A-B2DC-4E63-92C5-86FE75DCD949}"/>
              </a:ext>
            </a:extLst>
          </p:cNvPr>
          <p:cNvCxnSpPr>
            <a:stCxn id="7" idx="3"/>
            <a:endCxn id="25" idx="2"/>
          </p:cNvCxnSpPr>
          <p:nvPr/>
        </p:nvCxnSpPr>
        <p:spPr>
          <a:xfrm>
            <a:off x="9639584" y="2796576"/>
            <a:ext cx="437237" cy="861177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接點 121">
            <a:extLst>
              <a:ext uri="{FF2B5EF4-FFF2-40B4-BE49-F238E27FC236}">
                <a16:creationId xmlns:a16="http://schemas.microsoft.com/office/drawing/2014/main" id="{EA7F6708-0F86-4704-A171-6426D659B893}"/>
              </a:ext>
            </a:extLst>
          </p:cNvPr>
          <p:cNvCxnSpPr>
            <a:stCxn id="8" idx="3"/>
            <a:endCxn id="28" idx="2"/>
          </p:cNvCxnSpPr>
          <p:nvPr/>
        </p:nvCxnSpPr>
        <p:spPr>
          <a:xfrm flipV="1">
            <a:off x="8217248" y="1199183"/>
            <a:ext cx="1436197" cy="55254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接點 123">
            <a:extLst>
              <a:ext uri="{FF2B5EF4-FFF2-40B4-BE49-F238E27FC236}">
                <a16:creationId xmlns:a16="http://schemas.microsoft.com/office/drawing/2014/main" id="{1C677481-5AEA-430D-9A9F-E4FF83DC87EF}"/>
              </a:ext>
            </a:extLst>
          </p:cNvPr>
          <p:cNvCxnSpPr>
            <a:stCxn id="8" idx="3"/>
            <a:endCxn id="27" idx="2"/>
          </p:cNvCxnSpPr>
          <p:nvPr/>
        </p:nvCxnSpPr>
        <p:spPr>
          <a:xfrm flipV="1">
            <a:off x="8217248" y="878666"/>
            <a:ext cx="291233" cy="873059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229CE63F-CCAD-4E96-B326-D719E2AB69E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5051948" y="3104186"/>
            <a:ext cx="10824" cy="756077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A16D8E0F-6997-4B6A-8072-ED83CA663C6D}"/>
              </a:ext>
            </a:extLst>
          </p:cNvPr>
          <p:cNvCxnSpPr>
            <a:cxnSpLocks/>
            <a:stCxn id="30" idx="2"/>
            <a:endCxn id="69" idx="1"/>
          </p:cNvCxnSpPr>
          <p:nvPr/>
        </p:nvCxnSpPr>
        <p:spPr>
          <a:xfrm flipV="1">
            <a:off x="5062772" y="4655660"/>
            <a:ext cx="1936676" cy="38255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B771A834-D842-4990-843E-A0CFEB6A1311}"/>
              </a:ext>
            </a:extLst>
          </p:cNvPr>
          <p:cNvCxnSpPr>
            <a:cxnSpLocks/>
            <a:stCxn id="69" idx="3"/>
            <a:endCxn id="32" idx="2"/>
          </p:cNvCxnSpPr>
          <p:nvPr/>
        </p:nvCxnSpPr>
        <p:spPr>
          <a:xfrm flipV="1">
            <a:off x="7963298" y="4655659"/>
            <a:ext cx="1194361" cy="1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A91C540E-4196-4AC9-8D8D-188F8B6045E3}"/>
              </a:ext>
            </a:extLst>
          </p:cNvPr>
          <p:cNvCxnSpPr>
            <a:stCxn id="32" idx="0"/>
            <a:endCxn id="7" idx="2"/>
          </p:cNvCxnSpPr>
          <p:nvPr/>
        </p:nvCxnSpPr>
        <p:spPr>
          <a:xfrm flipV="1">
            <a:off x="9157659" y="3085912"/>
            <a:ext cx="0" cy="736095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線接點 137">
            <a:extLst>
              <a:ext uri="{FF2B5EF4-FFF2-40B4-BE49-F238E27FC236}">
                <a16:creationId xmlns:a16="http://schemas.microsoft.com/office/drawing/2014/main" id="{4388DF5F-C414-4034-B9E4-4E5F1AE73A39}"/>
              </a:ext>
            </a:extLst>
          </p:cNvPr>
          <p:cNvCxnSpPr>
            <a:stCxn id="31" idx="3"/>
            <a:endCxn id="7" idx="1"/>
          </p:cNvCxnSpPr>
          <p:nvPr/>
        </p:nvCxnSpPr>
        <p:spPr>
          <a:xfrm flipV="1">
            <a:off x="7633180" y="2796576"/>
            <a:ext cx="1042554" cy="1002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D0689312-1238-4003-BB6F-AC7E75B8AD49}"/>
              </a:ext>
            </a:extLst>
          </p:cNvPr>
          <p:cNvCxnSpPr>
            <a:stCxn id="4" idx="3"/>
            <a:endCxn id="31" idx="1"/>
          </p:cNvCxnSpPr>
          <p:nvPr/>
        </p:nvCxnSpPr>
        <p:spPr>
          <a:xfrm flipV="1">
            <a:off x="5098567" y="2797578"/>
            <a:ext cx="1067526" cy="1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B86D59E7-50FD-40F7-8089-EBAB50160F7A}"/>
              </a:ext>
            </a:extLst>
          </p:cNvPr>
          <p:cNvCxnSpPr>
            <a:stCxn id="29" idx="1"/>
            <a:endCxn id="4" idx="0"/>
          </p:cNvCxnSpPr>
          <p:nvPr/>
        </p:nvCxnSpPr>
        <p:spPr>
          <a:xfrm>
            <a:off x="4612515" y="1758011"/>
            <a:ext cx="4127" cy="750231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線接點 143">
            <a:extLst>
              <a:ext uri="{FF2B5EF4-FFF2-40B4-BE49-F238E27FC236}">
                <a16:creationId xmlns:a16="http://schemas.microsoft.com/office/drawing/2014/main" id="{66101CEC-8885-4D9C-B364-A9BFF68169CE}"/>
              </a:ext>
            </a:extLst>
          </p:cNvPr>
          <p:cNvCxnSpPr>
            <a:stCxn id="29" idx="3"/>
            <a:endCxn id="8" idx="1"/>
          </p:cNvCxnSpPr>
          <p:nvPr/>
        </p:nvCxnSpPr>
        <p:spPr>
          <a:xfrm flipV="1">
            <a:off x="6079602" y="1751725"/>
            <a:ext cx="1173796" cy="6286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219D975D-4DDD-4F6D-9E89-DE35D4BF5166}"/>
              </a:ext>
            </a:extLst>
          </p:cNvPr>
          <p:cNvCxnSpPr>
            <a:stCxn id="29" idx="0"/>
            <a:endCxn id="19" idx="4"/>
          </p:cNvCxnSpPr>
          <p:nvPr/>
        </p:nvCxnSpPr>
        <p:spPr>
          <a:xfrm flipH="1" flipV="1">
            <a:off x="5346058" y="894076"/>
            <a:ext cx="1" cy="447109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接點 147">
            <a:extLst>
              <a:ext uri="{FF2B5EF4-FFF2-40B4-BE49-F238E27FC236}">
                <a16:creationId xmlns:a16="http://schemas.microsoft.com/office/drawing/2014/main" id="{5AA120E0-7D2C-46D9-A533-2E98BC07C6D9}"/>
              </a:ext>
            </a:extLst>
          </p:cNvPr>
          <p:cNvCxnSpPr>
            <a:cxnSpLocks/>
            <a:stCxn id="11" idx="2"/>
            <a:endCxn id="8" idx="3"/>
          </p:cNvCxnSpPr>
          <p:nvPr/>
        </p:nvCxnSpPr>
        <p:spPr>
          <a:xfrm flipH="1" flipV="1">
            <a:off x="8217248" y="1751725"/>
            <a:ext cx="976738" cy="232495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 52">
            <a:extLst>
              <a:ext uri="{FF2B5EF4-FFF2-40B4-BE49-F238E27FC236}">
                <a16:creationId xmlns:a16="http://schemas.microsoft.com/office/drawing/2014/main" id="{4DFC75C5-AE34-4B0C-A5BA-88EDEE029858}"/>
              </a:ext>
            </a:extLst>
          </p:cNvPr>
          <p:cNvSpPr/>
          <p:nvPr/>
        </p:nvSpPr>
        <p:spPr>
          <a:xfrm>
            <a:off x="562264" y="3280208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授權</a:t>
            </a:r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6E92AF63-F176-4D6D-A764-41FCE76C92B6}"/>
              </a:ext>
            </a:extLst>
          </p:cNvPr>
          <p:cNvCxnSpPr>
            <a:stCxn id="53" idx="6"/>
            <a:endCxn id="4" idx="1"/>
          </p:cNvCxnSpPr>
          <p:nvPr/>
        </p:nvCxnSpPr>
        <p:spPr>
          <a:xfrm flipV="1">
            <a:off x="1793206" y="2797579"/>
            <a:ext cx="2341511" cy="758901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BB0A17A0-8AC3-4401-92F8-48CC09698C99}"/>
              </a:ext>
            </a:extLst>
          </p:cNvPr>
          <p:cNvSpPr txBox="1"/>
          <p:nvPr/>
        </p:nvSpPr>
        <p:spPr>
          <a:xfrm>
            <a:off x="9157659" y="32802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m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B932F89F-DA41-4B18-85A4-91D3D3AE6254}"/>
              </a:ext>
            </a:extLst>
          </p:cNvPr>
          <p:cNvSpPr txBox="1"/>
          <p:nvPr/>
        </p:nvSpPr>
        <p:spPr>
          <a:xfrm>
            <a:off x="5498194" y="23821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n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65B7BF98-E8C9-4F76-A59C-13E115F33771}"/>
              </a:ext>
            </a:extLst>
          </p:cNvPr>
          <p:cNvSpPr txBox="1"/>
          <p:nvPr/>
        </p:nvSpPr>
        <p:spPr>
          <a:xfrm>
            <a:off x="8093119" y="23806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1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2B39064-389D-49D5-8347-E2F15C515391}"/>
              </a:ext>
            </a:extLst>
          </p:cNvPr>
          <p:cNvSpPr txBox="1"/>
          <p:nvPr/>
        </p:nvSpPr>
        <p:spPr>
          <a:xfrm>
            <a:off x="6121546" y="43161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1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327DB8C5-05A5-4AEE-89EA-BCE23FB8D151}"/>
              </a:ext>
            </a:extLst>
          </p:cNvPr>
          <p:cNvSpPr txBox="1"/>
          <p:nvPr/>
        </p:nvSpPr>
        <p:spPr>
          <a:xfrm>
            <a:off x="4211992" y="1788352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m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82C568CE-4DBC-4A1E-B700-64B22D4A261F}"/>
              </a:ext>
            </a:extLst>
          </p:cNvPr>
          <p:cNvSpPr txBox="1"/>
          <p:nvPr/>
        </p:nvSpPr>
        <p:spPr>
          <a:xfrm>
            <a:off x="8126502" y="427708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n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0E4D0BE4-AE01-4FD8-8310-03E7D92239C2}"/>
              </a:ext>
            </a:extLst>
          </p:cNvPr>
          <p:cNvSpPr txBox="1"/>
          <p:nvPr/>
        </p:nvSpPr>
        <p:spPr>
          <a:xfrm>
            <a:off x="6511370" y="140019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n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9ABAFE30-B10B-40B2-B1AC-85B0C5A64B65}"/>
              </a:ext>
            </a:extLst>
          </p:cNvPr>
          <p:cNvSpPr txBox="1"/>
          <p:nvPr/>
        </p:nvSpPr>
        <p:spPr>
          <a:xfrm>
            <a:off x="5062771" y="328842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n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8D0619C2-1813-49C6-A8C4-9F6E78B5F492}"/>
              </a:ext>
            </a:extLst>
          </p:cNvPr>
          <p:cNvCxnSpPr>
            <a:cxnSpLocks/>
            <a:endCxn id="92" idx="0"/>
          </p:cNvCxnSpPr>
          <p:nvPr/>
        </p:nvCxnSpPr>
        <p:spPr>
          <a:xfrm>
            <a:off x="4215219" y="3104186"/>
            <a:ext cx="9727" cy="1246240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流程圖: 決策 91">
            <a:extLst>
              <a:ext uri="{FF2B5EF4-FFF2-40B4-BE49-F238E27FC236}">
                <a16:creationId xmlns:a16="http://schemas.microsoft.com/office/drawing/2014/main" id="{1DA8C0A2-709C-49C3-B7CD-59856E645889}"/>
              </a:ext>
            </a:extLst>
          </p:cNvPr>
          <p:cNvSpPr/>
          <p:nvPr/>
        </p:nvSpPr>
        <p:spPr>
          <a:xfrm>
            <a:off x="3491402" y="4350426"/>
            <a:ext cx="1467087" cy="833652"/>
          </a:xfrm>
          <a:prstGeom prst="flowChartDecision">
            <a:avLst/>
          </a:prstGeom>
          <a:ln w="38100"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有</a:t>
            </a: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964692CF-4D88-40A0-B629-D3219F0AAF36}"/>
              </a:ext>
            </a:extLst>
          </p:cNvPr>
          <p:cNvSpPr/>
          <p:nvPr/>
        </p:nvSpPr>
        <p:spPr>
          <a:xfrm>
            <a:off x="1970801" y="4801759"/>
            <a:ext cx="1515246" cy="552543"/>
          </a:xfrm>
          <a:prstGeom prst="ellipse">
            <a:avLst/>
          </a:prstGeom>
          <a:noFill/>
          <a:ln w="38100" cmpd="sng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r>
              <a:rPr lang="zh-TW" altLang="en-US" u="sng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代號</a:t>
            </a:r>
          </a:p>
        </p:txBody>
      </p: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8CBB5843-E777-418A-BBF6-56E98597345A}"/>
              </a:ext>
            </a:extLst>
          </p:cNvPr>
          <p:cNvCxnSpPr>
            <a:cxnSpLocks/>
            <a:stCxn id="92" idx="2"/>
            <a:endCxn id="97" idx="0"/>
          </p:cNvCxnSpPr>
          <p:nvPr/>
        </p:nvCxnSpPr>
        <p:spPr>
          <a:xfrm>
            <a:off x="4224946" y="5184078"/>
            <a:ext cx="887" cy="307745"/>
          </a:xfrm>
          <a:prstGeom prst="line">
            <a:avLst/>
          </a:prstGeom>
          <a:ln w="76200" cmpd="dbl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D98B4ADE-CEC7-4982-A7DC-27181C16D555}"/>
              </a:ext>
            </a:extLst>
          </p:cNvPr>
          <p:cNvCxnSpPr>
            <a:cxnSpLocks/>
            <a:stCxn id="97" idx="1"/>
            <a:endCxn id="98" idx="6"/>
          </p:cNvCxnSpPr>
          <p:nvPr/>
        </p:nvCxnSpPr>
        <p:spPr>
          <a:xfrm flipH="1" flipV="1">
            <a:off x="3486047" y="5078031"/>
            <a:ext cx="257861" cy="703129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6EEDF99-A567-46F5-A8F0-54E29683616E}"/>
              </a:ext>
            </a:extLst>
          </p:cNvPr>
          <p:cNvSpPr/>
          <p:nvPr/>
        </p:nvSpPr>
        <p:spPr>
          <a:xfrm>
            <a:off x="4134717" y="2508242"/>
            <a:ext cx="963850" cy="578673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小說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A4813D-5E1C-42D9-A51A-236FA101D354}"/>
              </a:ext>
            </a:extLst>
          </p:cNvPr>
          <p:cNvSpPr/>
          <p:nvPr/>
        </p:nvSpPr>
        <p:spPr>
          <a:xfrm>
            <a:off x="8675734" y="2507239"/>
            <a:ext cx="963850" cy="578673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作者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B6219D12-5C09-4654-80EE-120713811794}"/>
              </a:ext>
            </a:extLst>
          </p:cNvPr>
          <p:cNvSpPr/>
          <p:nvPr/>
        </p:nvSpPr>
        <p:spPr>
          <a:xfrm>
            <a:off x="3743908" y="5491823"/>
            <a:ext cx="963850" cy="578673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tag</a:t>
            </a:r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F074DE4-C9E2-4A29-A201-EA83108C0221}"/>
              </a:ext>
            </a:extLst>
          </p:cNvPr>
          <p:cNvSpPr/>
          <p:nvPr/>
        </p:nvSpPr>
        <p:spPr>
          <a:xfrm>
            <a:off x="6999448" y="4366323"/>
            <a:ext cx="963850" cy="578673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出版社</a:t>
            </a:r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453FFD29-E9D6-4695-9EC3-06A1E74B02DD}"/>
              </a:ext>
            </a:extLst>
          </p:cNvPr>
          <p:cNvSpPr/>
          <p:nvPr/>
        </p:nvSpPr>
        <p:spPr>
          <a:xfrm>
            <a:off x="818667" y="2606365"/>
            <a:ext cx="1230942" cy="552543"/>
          </a:xfrm>
          <a:prstGeom prst="ellipse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4E7A0E43-A390-4BFE-871E-30FAECD28E77}"/>
              </a:ext>
            </a:extLst>
          </p:cNvPr>
          <p:cNvCxnSpPr>
            <a:cxnSpLocks/>
            <a:stCxn id="72" idx="6"/>
            <a:endCxn id="4" idx="1"/>
          </p:cNvCxnSpPr>
          <p:nvPr/>
        </p:nvCxnSpPr>
        <p:spPr>
          <a:xfrm flipV="1">
            <a:off x="2049609" y="2797579"/>
            <a:ext cx="2085108" cy="85058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D89BD219-B52D-4EC2-9967-CC7FCCB63850}"/>
              </a:ext>
            </a:extLst>
          </p:cNvPr>
          <p:cNvSpPr txBox="1"/>
          <p:nvPr/>
        </p:nvSpPr>
        <p:spPr>
          <a:xfrm>
            <a:off x="4238760" y="326589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n</a:t>
            </a:r>
            <a:endParaRPr lang="zh-TW" altLang="en-US" b="1" dirty="0">
              <a:solidFill>
                <a:schemeClr val="bg2"/>
              </a:solidFill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47B07F5E-1F87-4C1C-AA3D-39A7ADEE9D5B}"/>
              </a:ext>
            </a:extLst>
          </p:cNvPr>
          <p:cNvSpPr txBox="1"/>
          <p:nvPr/>
        </p:nvSpPr>
        <p:spPr>
          <a:xfrm>
            <a:off x="4381365" y="5062834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bg2"/>
                </a:solidFill>
              </a:rPr>
              <a:t>m</a:t>
            </a:r>
            <a:endParaRPr lang="zh-TW" alt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2008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群組 40">
            <a:extLst>
              <a:ext uri="{FF2B5EF4-FFF2-40B4-BE49-F238E27FC236}">
                <a16:creationId xmlns:a16="http://schemas.microsoft.com/office/drawing/2014/main" id="{9386735C-30BB-479F-8E57-537311A28CEF}"/>
              </a:ext>
            </a:extLst>
          </p:cNvPr>
          <p:cNvGrpSpPr/>
          <p:nvPr/>
        </p:nvGrpSpPr>
        <p:grpSpPr>
          <a:xfrm>
            <a:off x="608177" y="271163"/>
            <a:ext cx="10975646" cy="6315674"/>
            <a:chOff x="416040" y="271163"/>
            <a:chExt cx="10975646" cy="6315674"/>
          </a:xfrm>
          <a:noFill/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3896667" y="2437872"/>
              <a:ext cx="963850" cy="578673"/>
            </a:xfrm>
            <a:prstGeom prst="rect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437684" y="2436869"/>
              <a:ext cx="963850" cy="578673"/>
            </a:xfrm>
            <a:prstGeom prst="rect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015348" y="1392018"/>
              <a:ext cx="963850" cy="578673"/>
            </a:xfrm>
            <a:prstGeom prst="rect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955936" y="1637578"/>
              <a:ext cx="1573035" cy="552543"/>
            </a:xfrm>
            <a:prstGeom prst="ellipse">
              <a:avLst/>
            </a:prstGeom>
            <a:grpFill/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913745" y="359170"/>
              <a:ext cx="1573035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915900" y="2375856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Series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2342983" y="1637578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121646" y="418914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19259" y="101756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122287" y="2949762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321490" y="271163"/>
              <a:ext cx="1573035" cy="552543"/>
            </a:xfrm>
            <a:prstGeom prst="ellipse">
              <a:avLst/>
            </a:prstGeom>
            <a:grpFill/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History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2182106" y="3545030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800314" y="5396301"/>
              <a:ext cx="1230942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428066" y="6034294"/>
              <a:ext cx="1829833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8005912" y="5196238"/>
              <a:ext cx="1230942" cy="552543"/>
            </a:xfrm>
            <a:prstGeom prst="ellips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585699" y="5173201"/>
              <a:ext cx="1911574" cy="552543"/>
            </a:xfrm>
            <a:prstGeom prst="ellips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9838771" y="3311111"/>
              <a:ext cx="1230942" cy="552543"/>
            </a:xfrm>
            <a:prstGeom prst="ellips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9818651" y="2440191"/>
              <a:ext cx="1573035" cy="552543"/>
            </a:xfrm>
            <a:prstGeom prst="ellips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270431" y="532024"/>
              <a:ext cx="1230942" cy="552543"/>
            </a:xfrm>
            <a:prstGeom prst="ellips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415395" y="852541"/>
              <a:ext cx="1230942" cy="552543"/>
            </a:xfrm>
            <a:prstGeom prst="ellips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374465" y="1270815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091178" y="3789893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5928043" y="2310382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86065" y="3751637"/>
              <a:ext cx="1467087" cy="833652"/>
            </a:xfrm>
            <a:prstGeom prst="flowChartDecision">
              <a:avLst/>
            </a:prstGeom>
            <a:grpFill/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86780" y="635442"/>
              <a:ext cx="409887" cy="209176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50201" y="1293835"/>
              <a:ext cx="446466" cy="1433374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3573925" y="1913850"/>
              <a:ext cx="322742" cy="813359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352588" y="2727209"/>
              <a:ext cx="544079" cy="1738207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413048" y="2727209"/>
              <a:ext cx="483619" cy="109409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3146842" y="2652128"/>
              <a:ext cx="749825" cy="75081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 flipV="1">
              <a:off x="2353229" y="2727209"/>
              <a:ext cx="1543438" cy="498825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2031256" y="5672573"/>
              <a:ext cx="1474602" cy="38217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257899" y="5710790"/>
              <a:ext cx="247959" cy="599776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541486" y="4874626"/>
              <a:ext cx="701837" cy="298575"/>
            </a:xfrm>
            <a:prstGeom prst="lin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243323" y="4874626"/>
              <a:ext cx="1378060" cy="321612"/>
            </a:xfrm>
            <a:prstGeom prst="line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401534" y="2716463"/>
              <a:ext cx="417117" cy="9743"/>
            </a:xfrm>
            <a:prstGeom prst="lin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401534" y="2726206"/>
              <a:ext cx="437237" cy="861177"/>
            </a:xfrm>
            <a:prstGeom prst="line">
              <a:avLst/>
            </a:prstGeom>
            <a:grp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7979198" y="1128813"/>
              <a:ext cx="1436197" cy="552542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7979198" y="808296"/>
              <a:ext cx="291233" cy="873059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4813898" y="3033816"/>
              <a:ext cx="10824" cy="756077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4824722" y="4585290"/>
              <a:ext cx="1936676" cy="3825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725248" y="4585289"/>
              <a:ext cx="1194361" cy="1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8919609" y="3015542"/>
              <a:ext cx="0" cy="73609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395130" y="2726206"/>
              <a:ext cx="1042554" cy="1002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4860517" y="2727208"/>
              <a:ext cx="1067526" cy="1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374465" y="1687641"/>
              <a:ext cx="4127" cy="750231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5841552" y="1681355"/>
              <a:ext cx="1173796" cy="6286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108008" y="823706"/>
              <a:ext cx="1" cy="447109"/>
            </a:xfrm>
            <a:prstGeom prst="line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7979198" y="1681355"/>
              <a:ext cx="976738" cy="232495"/>
            </a:xfrm>
            <a:prstGeom prst="line">
              <a:avLst/>
            </a:prstGeom>
            <a:grpFill/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761398" y="4295953"/>
              <a:ext cx="963850" cy="578673"/>
            </a:xfrm>
            <a:prstGeom prst="rect">
              <a:avLst/>
            </a:prstGeom>
            <a:grp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416040" y="3615920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1646982" y="2727209"/>
              <a:ext cx="2249685" cy="1164983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8919609" y="3209838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260144" y="231176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7855069" y="2310284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883496" y="4245790"/>
              <a:ext cx="30168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3973942" y="1717982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888452" y="4206719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273320" y="1329828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824721" y="3218051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3977169" y="3033816"/>
              <a:ext cx="9727" cy="1246240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253352" y="4280056"/>
              <a:ext cx="1467087" cy="833652"/>
            </a:xfrm>
            <a:prstGeom prst="flowChartDecision">
              <a:avLst/>
            </a:prstGeom>
            <a:grpFill/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Have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505858" y="5421453"/>
              <a:ext cx="963850" cy="578673"/>
            </a:xfrm>
            <a:prstGeom prst="rect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732751" y="4731389"/>
              <a:ext cx="1515246" cy="552543"/>
            </a:xfrm>
            <a:prstGeom prst="ellipse">
              <a:avLst/>
            </a:prstGeom>
            <a:grp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3986896" y="5113708"/>
              <a:ext cx="887" cy="307745"/>
            </a:xfrm>
            <a:prstGeom prst="line">
              <a:avLst/>
            </a:prstGeom>
            <a:grpFill/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247997" y="5007661"/>
              <a:ext cx="257861" cy="703129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4000710" y="3230033"/>
              <a:ext cx="30809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143315" y="5026969"/>
              <a:ext cx="37221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4" name="橢圓 73">
              <a:extLst>
                <a:ext uri="{FF2B5EF4-FFF2-40B4-BE49-F238E27FC236}">
                  <a16:creationId xmlns:a16="http://schemas.microsoft.com/office/drawing/2014/main" id="{FF7672F3-BE2B-4399-8319-389D68CA1D87}"/>
                </a:ext>
              </a:extLst>
            </p:cNvPr>
            <p:cNvSpPr/>
            <p:nvPr/>
          </p:nvSpPr>
          <p:spPr>
            <a:xfrm>
              <a:off x="853850" y="1761503"/>
              <a:ext cx="1230942" cy="552543"/>
            </a:xfrm>
            <a:prstGeom prst="ellips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75" name="直線接點 74">
              <a:extLst>
                <a:ext uri="{FF2B5EF4-FFF2-40B4-BE49-F238E27FC236}">
                  <a16:creationId xmlns:a16="http://schemas.microsoft.com/office/drawing/2014/main" id="{A2B31862-BF7F-4D91-901C-8CA00C321420}"/>
                </a:ext>
              </a:extLst>
            </p:cNvPr>
            <p:cNvCxnSpPr>
              <a:cxnSpLocks/>
              <a:stCxn id="74" idx="6"/>
              <a:endCxn id="4" idx="1"/>
            </p:cNvCxnSpPr>
            <p:nvPr/>
          </p:nvCxnSpPr>
          <p:spPr>
            <a:xfrm>
              <a:off x="2084792" y="2037775"/>
              <a:ext cx="1811875" cy="689434"/>
            </a:xfrm>
            <a:prstGeom prst="line">
              <a:avLst/>
            </a:prstGeom>
            <a:grpFill/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2170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640</Words>
  <Application>Microsoft Office PowerPoint</Application>
  <PresentationFormat>寬螢幕</PresentationFormat>
  <Paragraphs>520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微軟正黑體</vt:lpstr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劉奕霈</dc:creator>
  <cp:lastModifiedBy>劉奕霈</cp:lastModifiedBy>
  <cp:revision>23</cp:revision>
  <dcterms:created xsi:type="dcterms:W3CDTF">2025-04-30T15:22:49Z</dcterms:created>
  <dcterms:modified xsi:type="dcterms:W3CDTF">2025-05-26T11:25:47Z</dcterms:modified>
</cp:coreProperties>
</file>