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28F"/>
    <a:srgbClr val="E6E6E6"/>
    <a:srgbClr val="ED7D31"/>
    <a:srgbClr val="4D4D4D"/>
    <a:srgbClr val="4C77C4"/>
    <a:srgbClr val="6DD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91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8AE2A6-DF6F-4648-A28F-DC21AB75AF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16D672C-71F1-40F3-A0CA-9FD597E690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BEE2BC46-991C-43D2-80AC-329C58B7E2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13A52DA-6FCD-482D-8341-6DABC85C1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2899E9-C28D-4C93-A5AA-9408DED39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136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8CAF42B-45F9-4000-B8EF-290F5F4E5C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9CC7981-7ABC-43C1-9249-90B7046983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3B1F5AF-88AC-4541-A5F4-723E5AC952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161357E-9EA3-4B2E-B230-F9C646D3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40108CD-DDF4-43FC-9679-962D29210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49964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5F8933-045E-4346-AF73-3F5CFA64EF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F4703C9-5111-48AF-A651-D297278887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1D108EB-8F55-435C-A882-36FFD7945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27FDBD2-757F-472F-9680-E4D57FB17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3D953F9-C566-442B-A716-74845B8E9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36575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20261B5-57C6-4A0E-B26D-0FA2AAD41E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4EC172-B394-4DA2-9D49-AF3B524354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2EC2CAD5-96AC-4768-AD2C-2923DD56015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BF87624-B56A-43C2-B907-A14796CED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AC49F01-AEA6-4878-BDBC-748DA8E37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8177C09-63D4-42EC-8C1F-E7C79A7E0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7425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2F8D02-D05E-4387-8981-EF78EFBD3E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19723E9-0C44-4404-B528-B4157EF031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1CBB9594-0B8B-48B0-8F31-B6445819B8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13978F4-D978-4569-8033-AE8204E32A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061F3C4B-7F3E-4321-9F1B-5ACECD2087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AA18366-91DD-4F0F-B635-AB5698A3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3EC259F6-6A61-4A11-9CBA-0A2059736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648C233-B3CF-4250-A259-10269928B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619530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8A86AF-CC97-4F82-8A5E-24A313B79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D10A4734-5BDE-4B46-9F3E-73307FF8B6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D8B2C20A-350D-405C-8E9E-93D4FAC39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05F98296-FA76-48D1-A633-04416AB99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79529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1DEE37C-6B81-471B-B12B-B3365F1F0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4CBD855-E678-40D4-899E-CA03FD1CA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809DF34-8BEC-4A0B-B702-E6922D89A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7861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E0C8C75-4011-4510-98CD-568C8FB14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308E5DE-A715-48B4-9E83-7EC5A0521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125A07C-3687-40D3-9D25-56EDF13BC3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EDF9C22-3100-4D77-BC27-919994B08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ED4EC67-B11E-4453-B695-BFB2EB0B4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37DC817-0732-4FE1-9F27-6A4A3040E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3247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3AFB34-DFE8-4A1A-BD91-FE2BCC4BE9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237604E-D730-42B1-BC99-BF5B43065C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E85AD6B7-0193-4769-8897-94F29B9C11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59A8545-2CAB-48C0-BB86-5E8CA0AA1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0CDEA83-190D-4DFB-A9FF-EC94FBFA10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13C323-328C-4E56-AC7F-EAF54F978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45182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2E67A79-D1E8-487E-8270-3B7B89DDD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4479BB7-A705-4A37-81EB-8846B72A53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0A3C21F-7F7C-4C44-BB0D-28E1F392F9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8838F228-4D4B-4FD3-B71F-91AD66013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656EEB1-E151-4F37-9AFD-E5AE8034A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354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C2379B7-7D2F-4894-809B-8705EABC2F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C63A717F-CF56-4625-8F76-13A96EBA51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D1EF7FD-60EC-4B18-B93C-7BBC03F1BE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C6BDE0E-5ED3-42D6-99E1-CC4671273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5D29B8-60AA-410B-BCD2-537137FBE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25730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4C70161-B246-41C7-996C-08F2CB2890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3FEBDE4-C8C7-4F46-B7F4-EDC4CFC866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C33D3B6-F962-49C6-8620-B939B9944A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8238D4-763C-4F93-B535-FB0D7E2D5F46}" type="datetimeFigureOut">
              <a:rPr lang="zh-TW" altLang="en-US" smtClean="0"/>
              <a:t>2025/5/1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A2F7E88-9EE4-4EFE-8FD7-A7E4DA016D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E21DC1-7E27-4307-B29C-6AA4CA9539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4C288C-487F-465F-92D5-E1B3D56F20F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407314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群組 32">
            <a:extLst>
              <a:ext uri="{FF2B5EF4-FFF2-40B4-BE49-F238E27FC236}">
                <a16:creationId xmlns:a16="http://schemas.microsoft.com/office/drawing/2014/main" id="{12AB8AF2-FE20-4BAC-ACAD-AFE9658291E5}"/>
              </a:ext>
            </a:extLst>
          </p:cNvPr>
          <p:cNvGrpSpPr/>
          <p:nvPr/>
        </p:nvGrpSpPr>
        <p:grpSpPr>
          <a:xfrm>
            <a:off x="264442" y="314795"/>
            <a:ext cx="11663116" cy="6228410"/>
            <a:chOff x="280990" y="314795"/>
            <a:chExt cx="11663116" cy="622841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6EEDF99-A567-46F5-A8F0-54E29683616E}"/>
                </a:ext>
              </a:extLst>
            </p:cNvPr>
            <p:cNvSpPr/>
            <p:nvPr/>
          </p:nvSpPr>
          <p:spPr>
            <a:xfrm>
              <a:off x="4203870" y="3030292"/>
              <a:ext cx="963850" cy="578673"/>
            </a:xfrm>
            <a:prstGeom prst="rect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小說</a:t>
              </a: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A4813D-5E1C-42D9-A51A-236FA101D354}"/>
                </a:ext>
              </a:extLst>
            </p:cNvPr>
            <p:cNvSpPr/>
            <p:nvPr/>
          </p:nvSpPr>
          <p:spPr>
            <a:xfrm>
              <a:off x="8744887" y="3029289"/>
              <a:ext cx="963850" cy="578673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作者</a:t>
              </a: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2182DAA-0E8C-4F5B-9213-F4B6CFB4F174}"/>
                </a:ext>
              </a:extLst>
            </p:cNvPr>
            <p:cNvSpPr/>
            <p:nvPr/>
          </p:nvSpPr>
          <p:spPr>
            <a:xfrm>
              <a:off x="7256463" y="1537864"/>
              <a:ext cx="963850" cy="578673"/>
            </a:xfrm>
            <a:prstGeom prst="rect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使用者</a:t>
              </a: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A74CC088-F6BB-4D78-8774-E19DB0C79FE8}"/>
                </a:ext>
              </a:extLst>
            </p:cNvPr>
            <p:cNvSpPr/>
            <p:nvPr/>
          </p:nvSpPr>
          <p:spPr>
            <a:xfrm>
              <a:off x="5808564" y="314795"/>
              <a:ext cx="1573035" cy="552543"/>
            </a:xfrm>
            <a:prstGeom prst="ellipse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愛心紀錄</a:t>
              </a: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50C7A5AB-1A86-48CD-8E4A-59295C6599A4}"/>
                </a:ext>
              </a:extLst>
            </p:cNvPr>
            <p:cNvSpPr/>
            <p:nvPr/>
          </p:nvSpPr>
          <p:spPr>
            <a:xfrm>
              <a:off x="1811061" y="447868"/>
              <a:ext cx="1573035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u="sng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小說代號</a:t>
              </a: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3DA73774-161F-4E32-8D07-D371A0C6B297}"/>
                </a:ext>
              </a:extLst>
            </p:cNvPr>
            <p:cNvSpPr/>
            <p:nvPr/>
          </p:nvSpPr>
          <p:spPr>
            <a:xfrm>
              <a:off x="280990" y="2043321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狀態</a:t>
              </a: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F1FBEB0-2E02-445D-899B-763581FD5A81}"/>
                </a:ext>
              </a:extLst>
            </p:cNvPr>
            <p:cNvSpPr/>
            <p:nvPr/>
          </p:nvSpPr>
          <p:spPr>
            <a:xfrm>
              <a:off x="727317" y="1376093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類別</a:t>
              </a: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904EE205-B037-44B5-A64A-7F12D5398B76}"/>
                </a:ext>
              </a:extLst>
            </p:cNvPr>
            <p:cNvSpPr/>
            <p:nvPr/>
          </p:nvSpPr>
          <p:spPr>
            <a:xfrm>
              <a:off x="2374252" y="4254848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簡介</a:t>
              </a: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6D631BD-55A0-4F2C-86C6-B99A6CBB8065}"/>
                </a:ext>
              </a:extLst>
            </p:cNvPr>
            <p:cNvSpPr/>
            <p:nvPr/>
          </p:nvSpPr>
          <p:spPr>
            <a:xfrm>
              <a:off x="2153154" y="1279231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書名</a:t>
              </a: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BC76BE46-86FF-4B5A-968F-C55EC2FA534B}"/>
                </a:ext>
              </a:extLst>
            </p:cNvPr>
            <p:cNvSpPr/>
            <p:nvPr/>
          </p:nvSpPr>
          <p:spPr>
            <a:xfrm>
              <a:off x="1206516" y="2710549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愛心數</a:t>
              </a: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B4EC46C7-04E8-4310-8736-49F1B6908626}"/>
                </a:ext>
              </a:extLst>
            </p:cNvPr>
            <p:cNvSpPr/>
            <p:nvPr/>
          </p:nvSpPr>
          <p:spPr>
            <a:xfrm>
              <a:off x="3965929" y="349447"/>
              <a:ext cx="1573035" cy="552543"/>
            </a:xfrm>
            <a:prstGeom prst="ellipse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歷史紀錄</a:t>
              </a: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581CC69-98F4-46B0-AE91-8CA44F3236EF}"/>
                </a:ext>
              </a:extLst>
            </p:cNvPr>
            <p:cNvSpPr/>
            <p:nvPr/>
          </p:nvSpPr>
          <p:spPr>
            <a:xfrm>
              <a:off x="528815" y="4226213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連結</a:t>
              </a: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F875BE5-297C-4CC9-A47C-AE3019E5B3EF}"/>
                </a:ext>
              </a:extLst>
            </p:cNvPr>
            <p:cNvSpPr/>
            <p:nvPr/>
          </p:nvSpPr>
          <p:spPr>
            <a:xfrm>
              <a:off x="2327795" y="5028635"/>
              <a:ext cx="1230942" cy="552543"/>
            </a:xfrm>
            <a:prstGeom prst="ellipse">
              <a:avLst/>
            </a:prstGeom>
            <a:noFill/>
            <a:ln w="76200" cmpd="dbl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tag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7A2ED50-B606-411A-8EF1-85E6A3BF2C94}"/>
                </a:ext>
              </a:extLst>
            </p:cNvPr>
            <p:cNvSpPr/>
            <p:nvPr/>
          </p:nvSpPr>
          <p:spPr>
            <a:xfrm>
              <a:off x="498499" y="5686783"/>
              <a:ext cx="1829833" cy="552543"/>
            </a:xfrm>
            <a:prstGeom prst="ellipse">
              <a:avLst/>
            </a:prstGeom>
            <a:noFill/>
            <a:ln w="38100" cmpd="sng">
              <a:solidFill>
                <a:srgbClr val="4C77C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tag</a:t>
              </a:r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正則化</a:t>
              </a: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836AC00E-2EB8-4751-BEAF-3631D95C4980}"/>
                </a:ext>
              </a:extLst>
            </p:cNvPr>
            <p:cNvSpPr/>
            <p:nvPr/>
          </p:nvSpPr>
          <p:spPr>
            <a:xfrm>
              <a:off x="7486461" y="5990662"/>
              <a:ext cx="1230942" cy="552543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名字</a:t>
              </a: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65D9E7A0-44BE-4855-856A-E6D1E673553D}"/>
                </a:ext>
              </a:extLst>
            </p:cNvPr>
            <p:cNvSpPr/>
            <p:nvPr/>
          </p:nvSpPr>
          <p:spPr>
            <a:xfrm>
              <a:off x="5057215" y="5990661"/>
              <a:ext cx="1911574" cy="552543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u="sng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出版社代號</a:t>
              </a: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916C7219-7D59-477B-83BF-4AF8FC830BA8}"/>
                </a:ext>
              </a:extLst>
            </p:cNvPr>
            <p:cNvSpPr/>
            <p:nvPr/>
          </p:nvSpPr>
          <p:spPr>
            <a:xfrm>
              <a:off x="10543540" y="3633853"/>
              <a:ext cx="1230942" cy="552543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姓名</a:t>
              </a: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6DCCC405-FA22-4278-8938-CED02EE90AFB}"/>
                </a:ext>
              </a:extLst>
            </p:cNvPr>
            <p:cNvSpPr/>
            <p:nvPr/>
          </p:nvSpPr>
          <p:spPr>
            <a:xfrm>
              <a:off x="10371071" y="2435373"/>
              <a:ext cx="1573035" cy="552543"/>
            </a:xfrm>
            <a:prstGeom prst="ellips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u="sng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作者代號</a:t>
              </a: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0252EBF0-7A2A-4EA1-9D7D-CA4E813F4901}"/>
                </a:ext>
              </a:extLst>
            </p:cNvPr>
            <p:cNvSpPr/>
            <p:nvPr/>
          </p:nvSpPr>
          <p:spPr>
            <a:xfrm>
              <a:off x="8808962" y="655237"/>
              <a:ext cx="1230942" cy="552543"/>
            </a:xfrm>
            <a:prstGeom prst="ellipse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u="sng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帳號</a:t>
              </a: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9DC33FA6-AABC-4C50-975A-D49FACBD2586}"/>
                </a:ext>
              </a:extLst>
            </p:cNvPr>
            <p:cNvSpPr/>
            <p:nvPr/>
          </p:nvSpPr>
          <p:spPr>
            <a:xfrm>
              <a:off x="8808962" y="2018501"/>
              <a:ext cx="1230942" cy="552543"/>
            </a:xfrm>
            <a:prstGeom prst="ellipse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密碼</a:t>
              </a:r>
            </a:p>
          </p:txBody>
        </p:sp>
        <p:sp>
          <p:nvSpPr>
            <p:cNvPr id="29" name="流程圖: 決策 28">
              <a:extLst>
                <a:ext uri="{FF2B5EF4-FFF2-40B4-BE49-F238E27FC236}">
                  <a16:creationId xmlns:a16="http://schemas.microsoft.com/office/drawing/2014/main" id="{DA503EA1-6026-4B2E-85E1-6A63A472D0B0}"/>
                </a:ext>
              </a:extLst>
            </p:cNvPr>
            <p:cNvSpPr/>
            <p:nvPr/>
          </p:nvSpPr>
          <p:spPr>
            <a:xfrm>
              <a:off x="4681668" y="1414657"/>
              <a:ext cx="1467087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閱讀</a:t>
              </a:r>
            </a:p>
          </p:txBody>
        </p:sp>
        <p:sp>
          <p:nvSpPr>
            <p:cNvPr id="30" name="流程圖: 決策 29">
              <a:extLst>
                <a:ext uri="{FF2B5EF4-FFF2-40B4-BE49-F238E27FC236}">
                  <a16:creationId xmlns:a16="http://schemas.microsoft.com/office/drawing/2014/main" id="{AA94ACB0-374A-428F-885A-54E11B5F9156}"/>
                </a:ext>
              </a:extLst>
            </p:cNvPr>
            <p:cNvSpPr/>
            <p:nvPr/>
          </p:nvSpPr>
          <p:spPr>
            <a:xfrm>
              <a:off x="3949803" y="4382313"/>
              <a:ext cx="1467087" cy="833652"/>
            </a:xfrm>
            <a:prstGeom prst="flowChartDecision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出版</a:t>
              </a:r>
            </a:p>
          </p:txBody>
        </p:sp>
        <p:sp>
          <p:nvSpPr>
            <p:cNvPr id="31" name="流程圖: 決策 30">
              <a:extLst>
                <a:ext uri="{FF2B5EF4-FFF2-40B4-BE49-F238E27FC236}">
                  <a16:creationId xmlns:a16="http://schemas.microsoft.com/office/drawing/2014/main" id="{B1D1C64B-5E5F-4921-BB31-20BB12819721}"/>
                </a:ext>
              </a:extLst>
            </p:cNvPr>
            <p:cNvSpPr/>
            <p:nvPr/>
          </p:nvSpPr>
          <p:spPr>
            <a:xfrm>
              <a:off x="6235246" y="2902802"/>
              <a:ext cx="1467087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撰寫</a:t>
              </a:r>
            </a:p>
          </p:txBody>
        </p:sp>
        <p:sp>
          <p:nvSpPr>
            <p:cNvPr id="32" name="流程圖: 決策 31">
              <a:extLst>
                <a:ext uri="{FF2B5EF4-FFF2-40B4-BE49-F238E27FC236}">
                  <a16:creationId xmlns:a16="http://schemas.microsoft.com/office/drawing/2014/main" id="{F503F4C1-00BD-42DD-BB32-E8CE9F644772}"/>
                </a:ext>
              </a:extLst>
            </p:cNvPr>
            <p:cNvSpPr/>
            <p:nvPr/>
          </p:nvSpPr>
          <p:spPr>
            <a:xfrm>
              <a:off x="8493269" y="4382313"/>
              <a:ext cx="1467087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簽約</a:t>
              </a: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30A20B9D-06F8-486A-8C92-BB9D95FD9810}"/>
                </a:ext>
              </a:extLst>
            </p:cNvPr>
            <p:cNvCxnSpPr>
              <a:cxnSpLocks/>
              <a:stCxn id="12" idx="6"/>
              <a:endCxn id="4" idx="1"/>
            </p:cNvCxnSpPr>
            <p:nvPr/>
          </p:nvCxnSpPr>
          <p:spPr>
            <a:xfrm>
              <a:off x="3384096" y="724140"/>
              <a:ext cx="819774" cy="2595489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6F6515FF-CABB-4B08-839F-08A4D41C304E}"/>
                </a:ext>
              </a:extLst>
            </p:cNvPr>
            <p:cNvCxnSpPr>
              <a:cxnSpLocks/>
              <a:stCxn id="17" idx="6"/>
              <a:endCxn id="4" idx="1"/>
            </p:cNvCxnSpPr>
            <p:nvPr/>
          </p:nvCxnSpPr>
          <p:spPr>
            <a:xfrm>
              <a:off x="3384096" y="1555503"/>
              <a:ext cx="819774" cy="176412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951EBB64-AFDA-41FF-8829-AD71D11B78DA}"/>
                </a:ext>
              </a:extLst>
            </p:cNvPr>
            <p:cNvCxnSpPr>
              <a:stCxn id="14" idx="6"/>
              <a:endCxn id="4" idx="1"/>
            </p:cNvCxnSpPr>
            <p:nvPr/>
          </p:nvCxnSpPr>
          <p:spPr>
            <a:xfrm>
              <a:off x="1958259" y="1652365"/>
              <a:ext cx="2245611" cy="1667264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1EC98F50-6EE5-4EB6-84FD-B4114B954638}"/>
                </a:ext>
              </a:extLst>
            </p:cNvPr>
            <p:cNvCxnSpPr>
              <a:cxnSpLocks/>
              <a:stCxn id="15" idx="6"/>
              <a:endCxn id="4" idx="1"/>
            </p:cNvCxnSpPr>
            <p:nvPr/>
          </p:nvCxnSpPr>
          <p:spPr>
            <a:xfrm flipV="1">
              <a:off x="3605194" y="3319629"/>
              <a:ext cx="598676" cy="1211491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F78D6C6B-AC27-48A0-8770-68F9AAE5D9D8}"/>
                </a:ext>
              </a:extLst>
            </p:cNvPr>
            <p:cNvCxnSpPr>
              <a:stCxn id="20" idx="6"/>
              <a:endCxn id="4" idx="1"/>
            </p:cNvCxnSpPr>
            <p:nvPr/>
          </p:nvCxnSpPr>
          <p:spPr>
            <a:xfrm flipV="1">
              <a:off x="1759757" y="3319629"/>
              <a:ext cx="2444113" cy="118285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B1C70860-DF32-490B-887C-45F51F6D8474}"/>
                </a:ext>
              </a:extLst>
            </p:cNvPr>
            <p:cNvCxnSpPr>
              <a:cxnSpLocks/>
              <a:stCxn id="13" idx="6"/>
              <a:endCxn id="4" idx="1"/>
            </p:cNvCxnSpPr>
            <p:nvPr/>
          </p:nvCxnSpPr>
          <p:spPr>
            <a:xfrm>
              <a:off x="1511932" y="2319593"/>
              <a:ext cx="2691938" cy="100003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9F81377-F027-4094-AD5D-385BA2A4CDA0}"/>
                </a:ext>
              </a:extLst>
            </p:cNvPr>
            <p:cNvCxnSpPr>
              <a:stCxn id="18" idx="6"/>
              <a:endCxn id="4" idx="1"/>
            </p:cNvCxnSpPr>
            <p:nvPr/>
          </p:nvCxnSpPr>
          <p:spPr>
            <a:xfrm>
              <a:off x="2437458" y="2986821"/>
              <a:ext cx="1766412" cy="332808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C694CF34-7F3F-4BE0-990D-DCA7D695B5E1}"/>
                </a:ext>
              </a:extLst>
            </p:cNvPr>
            <p:cNvCxnSpPr>
              <a:cxnSpLocks/>
              <a:stCxn id="21" idx="6"/>
              <a:endCxn id="4" idx="1"/>
            </p:cNvCxnSpPr>
            <p:nvPr/>
          </p:nvCxnSpPr>
          <p:spPr>
            <a:xfrm flipV="1">
              <a:off x="3558737" y="3319629"/>
              <a:ext cx="645133" cy="1985278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9CD793D7-F2E4-4D46-A236-BCA3175C9881}"/>
                </a:ext>
              </a:extLst>
            </p:cNvPr>
            <p:cNvCxnSpPr>
              <a:cxnSpLocks/>
              <a:stCxn id="21" idx="4"/>
              <a:endCxn id="22" idx="6"/>
            </p:cNvCxnSpPr>
            <p:nvPr/>
          </p:nvCxnSpPr>
          <p:spPr>
            <a:xfrm flipH="1">
              <a:off x="2328332" y="5581178"/>
              <a:ext cx="614934" cy="381877"/>
            </a:xfrm>
            <a:prstGeom prst="line">
              <a:avLst/>
            </a:prstGeom>
            <a:ln w="38100">
              <a:solidFill>
                <a:srgbClr val="4C77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>
              <a:extLst>
                <a:ext uri="{FF2B5EF4-FFF2-40B4-BE49-F238E27FC236}">
                  <a16:creationId xmlns:a16="http://schemas.microsoft.com/office/drawing/2014/main" id="{D69700CE-C7D1-4D0C-88B5-81FB6269A630}"/>
                </a:ext>
              </a:extLst>
            </p:cNvPr>
            <p:cNvCxnSpPr>
              <a:cxnSpLocks/>
              <a:stCxn id="69" idx="2"/>
              <a:endCxn id="24" idx="0"/>
            </p:cNvCxnSpPr>
            <p:nvPr/>
          </p:nvCxnSpPr>
          <p:spPr>
            <a:xfrm flipH="1">
              <a:off x="6013002" y="5507044"/>
              <a:ext cx="1012982" cy="483617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接點 115">
              <a:extLst>
                <a:ext uri="{FF2B5EF4-FFF2-40B4-BE49-F238E27FC236}">
                  <a16:creationId xmlns:a16="http://schemas.microsoft.com/office/drawing/2014/main" id="{B3AB68E6-CD60-44EC-AF71-684B072B1039}"/>
                </a:ext>
              </a:extLst>
            </p:cNvPr>
            <p:cNvCxnSpPr>
              <a:cxnSpLocks/>
              <a:stCxn id="69" idx="2"/>
              <a:endCxn id="23" idx="0"/>
            </p:cNvCxnSpPr>
            <p:nvPr/>
          </p:nvCxnSpPr>
          <p:spPr>
            <a:xfrm>
              <a:off x="7025984" y="5507044"/>
              <a:ext cx="1075948" cy="483618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接點 117">
              <a:extLst>
                <a:ext uri="{FF2B5EF4-FFF2-40B4-BE49-F238E27FC236}">
                  <a16:creationId xmlns:a16="http://schemas.microsoft.com/office/drawing/2014/main" id="{1583C68D-36B7-47E3-B6FD-4A4F97FE514A}"/>
                </a:ext>
              </a:extLst>
            </p:cNvPr>
            <p:cNvCxnSpPr>
              <a:stCxn id="7" idx="3"/>
              <a:endCxn id="26" idx="2"/>
            </p:cNvCxnSpPr>
            <p:nvPr/>
          </p:nvCxnSpPr>
          <p:spPr>
            <a:xfrm flipV="1">
              <a:off x="9708737" y="2711645"/>
              <a:ext cx="662334" cy="606981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>
              <a:extLst>
                <a:ext uri="{FF2B5EF4-FFF2-40B4-BE49-F238E27FC236}">
                  <a16:creationId xmlns:a16="http://schemas.microsoft.com/office/drawing/2014/main" id="{E0DF614A-B2DC-4E63-92C5-86FE75DCD949}"/>
                </a:ext>
              </a:extLst>
            </p:cNvPr>
            <p:cNvCxnSpPr>
              <a:stCxn id="7" idx="3"/>
              <a:endCxn id="25" idx="2"/>
            </p:cNvCxnSpPr>
            <p:nvPr/>
          </p:nvCxnSpPr>
          <p:spPr>
            <a:xfrm>
              <a:off x="9708737" y="3318626"/>
              <a:ext cx="834803" cy="591499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接點 121">
              <a:extLst>
                <a:ext uri="{FF2B5EF4-FFF2-40B4-BE49-F238E27FC236}">
                  <a16:creationId xmlns:a16="http://schemas.microsoft.com/office/drawing/2014/main" id="{EA7F6708-0F86-4704-A171-6426D659B893}"/>
                </a:ext>
              </a:extLst>
            </p:cNvPr>
            <p:cNvCxnSpPr>
              <a:stCxn id="8" idx="3"/>
              <a:endCxn id="28" idx="2"/>
            </p:cNvCxnSpPr>
            <p:nvPr/>
          </p:nvCxnSpPr>
          <p:spPr>
            <a:xfrm>
              <a:off x="8220313" y="1827201"/>
              <a:ext cx="588649" cy="467572"/>
            </a:xfrm>
            <a:prstGeom prst="line">
              <a:avLst/>
            </a:prstGeom>
            <a:ln w="38100">
              <a:solidFill>
                <a:srgbClr val="4D4D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1C677481-5AEA-430D-9A9F-E4FF83DC87EF}"/>
                </a:ext>
              </a:extLst>
            </p:cNvPr>
            <p:cNvCxnSpPr>
              <a:stCxn id="8" idx="3"/>
              <a:endCxn id="27" idx="2"/>
            </p:cNvCxnSpPr>
            <p:nvPr/>
          </p:nvCxnSpPr>
          <p:spPr>
            <a:xfrm flipV="1">
              <a:off x="8220313" y="931509"/>
              <a:ext cx="588649" cy="895692"/>
            </a:xfrm>
            <a:prstGeom prst="line">
              <a:avLst/>
            </a:prstGeom>
            <a:ln w="38100">
              <a:solidFill>
                <a:srgbClr val="4D4D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129">
              <a:extLst>
                <a:ext uri="{FF2B5EF4-FFF2-40B4-BE49-F238E27FC236}">
                  <a16:creationId xmlns:a16="http://schemas.microsoft.com/office/drawing/2014/main" id="{229CE63F-CCAD-4E96-B326-D719E2AB69E2}"/>
                </a:ext>
              </a:extLst>
            </p:cNvPr>
            <p:cNvCxnSpPr>
              <a:stCxn id="4" idx="2"/>
              <a:endCxn id="30" idx="0"/>
            </p:cNvCxnSpPr>
            <p:nvPr/>
          </p:nvCxnSpPr>
          <p:spPr>
            <a:xfrm flipH="1">
              <a:off x="4683347" y="3608965"/>
              <a:ext cx="2448" cy="773348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A16D8E0F-6997-4B6A-8072-ED83CA663C6D}"/>
                </a:ext>
              </a:extLst>
            </p:cNvPr>
            <p:cNvCxnSpPr>
              <a:cxnSpLocks/>
              <a:stCxn id="30" idx="2"/>
              <a:endCxn id="69" idx="1"/>
            </p:cNvCxnSpPr>
            <p:nvPr/>
          </p:nvCxnSpPr>
          <p:spPr>
            <a:xfrm>
              <a:off x="4683347" y="5215965"/>
              <a:ext cx="1860712" cy="1743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接點 133">
              <a:extLst>
                <a:ext uri="{FF2B5EF4-FFF2-40B4-BE49-F238E27FC236}">
                  <a16:creationId xmlns:a16="http://schemas.microsoft.com/office/drawing/2014/main" id="{B771A834-D842-4990-843E-A0CFEB6A1311}"/>
                </a:ext>
              </a:extLst>
            </p:cNvPr>
            <p:cNvCxnSpPr>
              <a:cxnSpLocks/>
              <a:stCxn id="69" idx="3"/>
              <a:endCxn id="32" idx="2"/>
            </p:cNvCxnSpPr>
            <p:nvPr/>
          </p:nvCxnSpPr>
          <p:spPr>
            <a:xfrm flipV="1">
              <a:off x="7507909" y="5215965"/>
              <a:ext cx="1718904" cy="1743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A91C540E-4196-4AC9-8D8D-188F8B6045E3}"/>
                </a:ext>
              </a:extLst>
            </p:cNvPr>
            <p:cNvCxnSpPr>
              <a:stCxn id="32" idx="0"/>
              <a:endCxn id="7" idx="2"/>
            </p:cNvCxnSpPr>
            <p:nvPr/>
          </p:nvCxnSpPr>
          <p:spPr>
            <a:xfrm flipH="1" flipV="1">
              <a:off x="9226812" y="3607962"/>
              <a:ext cx="1" cy="774351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4388DF5F-C414-4034-B9E4-4E5F1AE73A39}"/>
                </a:ext>
              </a:extLst>
            </p:cNvPr>
            <p:cNvCxnSpPr>
              <a:stCxn id="31" idx="3"/>
              <a:endCxn id="7" idx="1"/>
            </p:cNvCxnSpPr>
            <p:nvPr/>
          </p:nvCxnSpPr>
          <p:spPr>
            <a:xfrm flipV="1">
              <a:off x="7702333" y="3318626"/>
              <a:ext cx="1042554" cy="1002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D0689312-1238-4003-BB6F-AC7E75B8AD49}"/>
                </a:ext>
              </a:extLst>
            </p:cNvPr>
            <p:cNvCxnSpPr>
              <a:stCxn id="4" idx="3"/>
              <a:endCxn id="31" idx="1"/>
            </p:cNvCxnSpPr>
            <p:nvPr/>
          </p:nvCxnSpPr>
          <p:spPr>
            <a:xfrm flipV="1">
              <a:off x="5167720" y="3319628"/>
              <a:ext cx="1067526" cy="1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B86D59E7-50FD-40F7-8089-EBAB50160F7A}"/>
                </a:ext>
              </a:extLst>
            </p:cNvPr>
            <p:cNvCxnSpPr>
              <a:stCxn id="29" idx="1"/>
              <a:endCxn id="4" idx="0"/>
            </p:cNvCxnSpPr>
            <p:nvPr/>
          </p:nvCxnSpPr>
          <p:spPr>
            <a:xfrm>
              <a:off x="4681668" y="1831483"/>
              <a:ext cx="4127" cy="1198809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接點 143">
              <a:extLst>
                <a:ext uri="{FF2B5EF4-FFF2-40B4-BE49-F238E27FC236}">
                  <a16:creationId xmlns:a16="http://schemas.microsoft.com/office/drawing/2014/main" id="{66101CEC-8885-4D9C-B364-A9BFF68169CE}"/>
                </a:ext>
              </a:extLst>
            </p:cNvPr>
            <p:cNvCxnSpPr>
              <a:stCxn id="29" idx="3"/>
              <a:endCxn id="8" idx="1"/>
            </p:cNvCxnSpPr>
            <p:nvPr/>
          </p:nvCxnSpPr>
          <p:spPr>
            <a:xfrm flipV="1">
              <a:off x="6148755" y="1827201"/>
              <a:ext cx="1107708" cy="4282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219D975D-4DDD-4F6D-9E89-DE35D4BF5166}"/>
                </a:ext>
              </a:extLst>
            </p:cNvPr>
            <p:cNvCxnSpPr>
              <a:stCxn id="29" idx="0"/>
              <a:endCxn id="19" idx="4"/>
            </p:cNvCxnSpPr>
            <p:nvPr/>
          </p:nvCxnSpPr>
          <p:spPr>
            <a:xfrm flipH="1" flipV="1">
              <a:off x="4752447" y="901990"/>
              <a:ext cx="662765" cy="512667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5AA120E0-7D2C-46D9-A533-2E98BC07C6D9}"/>
                </a:ext>
              </a:extLst>
            </p:cNvPr>
            <p:cNvCxnSpPr>
              <a:stCxn id="11" idx="4"/>
              <a:endCxn id="29" idx="0"/>
            </p:cNvCxnSpPr>
            <p:nvPr/>
          </p:nvCxnSpPr>
          <p:spPr>
            <a:xfrm flipH="1">
              <a:off x="5415212" y="867338"/>
              <a:ext cx="1179870" cy="547319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矩形 68">
              <a:extLst>
                <a:ext uri="{FF2B5EF4-FFF2-40B4-BE49-F238E27FC236}">
                  <a16:creationId xmlns:a16="http://schemas.microsoft.com/office/drawing/2014/main" id="{AF074DE4-C9E2-4A29-A201-EA83108C0221}"/>
                </a:ext>
              </a:extLst>
            </p:cNvPr>
            <p:cNvSpPr/>
            <p:nvPr/>
          </p:nvSpPr>
          <p:spPr>
            <a:xfrm>
              <a:off x="6544059" y="4928371"/>
              <a:ext cx="963850" cy="578673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出版社</a:t>
              </a:r>
            </a:p>
          </p:txBody>
        </p:sp>
        <p:sp>
          <p:nvSpPr>
            <p:cNvPr id="53" name="橢圓 52">
              <a:extLst>
                <a:ext uri="{FF2B5EF4-FFF2-40B4-BE49-F238E27FC236}">
                  <a16:creationId xmlns:a16="http://schemas.microsoft.com/office/drawing/2014/main" id="{4DFC75C5-AE34-4B0C-A5BA-88EDEE029858}"/>
                </a:ext>
              </a:extLst>
            </p:cNvPr>
            <p:cNvSpPr/>
            <p:nvPr/>
          </p:nvSpPr>
          <p:spPr>
            <a:xfrm>
              <a:off x="1020374" y="3465667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授權</a:t>
              </a:r>
            </a:p>
          </p:txBody>
        </p:sp>
        <p:cxnSp>
          <p:nvCxnSpPr>
            <p:cNvPr id="16" name="直線接點 15">
              <a:extLst>
                <a:ext uri="{FF2B5EF4-FFF2-40B4-BE49-F238E27FC236}">
                  <a16:creationId xmlns:a16="http://schemas.microsoft.com/office/drawing/2014/main" id="{6E92AF63-F176-4D6D-A764-41FCE76C92B6}"/>
                </a:ext>
              </a:extLst>
            </p:cNvPr>
            <p:cNvCxnSpPr>
              <a:stCxn id="53" idx="6"/>
              <a:endCxn id="4" idx="1"/>
            </p:cNvCxnSpPr>
            <p:nvPr/>
          </p:nvCxnSpPr>
          <p:spPr>
            <a:xfrm flipV="1">
              <a:off x="2251316" y="3319629"/>
              <a:ext cx="1952554" cy="422310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79873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群組 15">
            <a:extLst>
              <a:ext uri="{FF2B5EF4-FFF2-40B4-BE49-F238E27FC236}">
                <a16:creationId xmlns:a16="http://schemas.microsoft.com/office/drawing/2014/main" id="{32ACDE33-6828-4A83-B8FE-21404795773E}"/>
              </a:ext>
            </a:extLst>
          </p:cNvPr>
          <p:cNvGrpSpPr/>
          <p:nvPr/>
        </p:nvGrpSpPr>
        <p:grpSpPr>
          <a:xfrm>
            <a:off x="192458" y="271280"/>
            <a:ext cx="11807085" cy="6315440"/>
            <a:chOff x="137021" y="271280"/>
            <a:chExt cx="11807085" cy="631544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F6EEDF99-A567-46F5-A8F0-54E29683616E}"/>
                </a:ext>
              </a:extLst>
            </p:cNvPr>
            <p:cNvSpPr/>
            <p:nvPr/>
          </p:nvSpPr>
          <p:spPr>
            <a:xfrm>
              <a:off x="4203870" y="3073807"/>
              <a:ext cx="963850" cy="578673"/>
            </a:xfrm>
            <a:prstGeom prst="rect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Novel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8BA4813D-5E1C-42D9-A51A-236FA101D354}"/>
                </a:ext>
              </a:extLst>
            </p:cNvPr>
            <p:cNvSpPr/>
            <p:nvPr/>
          </p:nvSpPr>
          <p:spPr>
            <a:xfrm>
              <a:off x="8744887" y="3072804"/>
              <a:ext cx="963850" cy="578673"/>
            </a:xfrm>
            <a:prstGeom prst="rect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Author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2182DAA-0E8C-4F5B-9213-F4B6CFB4F174}"/>
                </a:ext>
              </a:extLst>
            </p:cNvPr>
            <p:cNvSpPr/>
            <p:nvPr/>
          </p:nvSpPr>
          <p:spPr>
            <a:xfrm>
              <a:off x="7256463" y="1581379"/>
              <a:ext cx="963850" cy="578673"/>
            </a:xfrm>
            <a:prstGeom prst="rect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User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964A2D2B-A370-44A5-95BE-E04F0ACEC50B}"/>
                </a:ext>
              </a:extLst>
            </p:cNvPr>
            <p:cNvSpPr/>
            <p:nvPr/>
          </p:nvSpPr>
          <p:spPr>
            <a:xfrm>
              <a:off x="6353318" y="4970143"/>
              <a:ext cx="1230942" cy="578673"/>
            </a:xfrm>
            <a:prstGeom prst="rect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Publisher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A74CC088-F6BB-4D78-8774-E19DB0C79FE8}"/>
                </a:ext>
              </a:extLst>
            </p:cNvPr>
            <p:cNvSpPr/>
            <p:nvPr/>
          </p:nvSpPr>
          <p:spPr>
            <a:xfrm>
              <a:off x="5842237" y="618497"/>
              <a:ext cx="2108100" cy="552543"/>
            </a:xfrm>
            <a:prstGeom prst="ellipse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LoveRecord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50C7A5AB-1A86-48CD-8E4A-59295C6599A4}"/>
                </a:ext>
              </a:extLst>
            </p:cNvPr>
            <p:cNvSpPr/>
            <p:nvPr/>
          </p:nvSpPr>
          <p:spPr>
            <a:xfrm>
              <a:off x="1811061" y="491383"/>
              <a:ext cx="1573035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u="sng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nIndex</a:t>
              </a:r>
              <a:endParaRPr lang="zh-TW" altLang="en-US" u="sng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3" name="橢圓 12">
              <a:extLst>
                <a:ext uri="{FF2B5EF4-FFF2-40B4-BE49-F238E27FC236}">
                  <a16:creationId xmlns:a16="http://schemas.microsoft.com/office/drawing/2014/main" id="{3DA73774-161F-4E32-8D07-D371A0C6B297}"/>
                </a:ext>
              </a:extLst>
            </p:cNvPr>
            <p:cNvSpPr/>
            <p:nvPr/>
          </p:nvSpPr>
          <p:spPr>
            <a:xfrm>
              <a:off x="1175871" y="2176070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State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6F1FBEB0-2E02-445D-899B-763581FD5A81}"/>
                </a:ext>
              </a:extLst>
            </p:cNvPr>
            <p:cNvSpPr/>
            <p:nvPr/>
          </p:nvSpPr>
          <p:spPr>
            <a:xfrm>
              <a:off x="137021" y="1493040"/>
              <a:ext cx="1777234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Category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904EE205-B037-44B5-A64A-7F12D5398B76}"/>
                </a:ext>
              </a:extLst>
            </p:cNvPr>
            <p:cNvSpPr/>
            <p:nvPr/>
          </p:nvSpPr>
          <p:spPr>
            <a:xfrm>
              <a:off x="590940" y="4709000"/>
              <a:ext cx="2195905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Introduction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6D631BD-55A0-4F2C-86C6-B99A6CBB8065}"/>
                </a:ext>
              </a:extLst>
            </p:cNvPr>
            <p:cNvSpPr/>
            <p:nvPr/>
          </p:nvSpPr>
          <p:spPr>
            <a:xfrm>
              <a:off x="2153154" y="1322746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Title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BC76BE46-86FF-4B5A-968F-C55EC2FA534B}"/>
                </a:ext>
              </a:extLst>
            </p:cNvPr>
            <p:cNvSpPr/>
            <p:nvPr/>
          </p:nvSpPr>
          <p:spPr>
            <a:xfrm>
              <a:off x="256777" y="2842813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Love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B4EC46C7-04E8-4310-8736-49F1B6908626}"/>
                </a:ext>
              </a:extLst>
            </p:cNvPr>
            <p:cNvSpPr/>
            <p:nvPr/>
          </p:nvSpPr>
          <p:spPr>
            <a:xfrm>
              <a:off x="3793983" y="271280"/>
              <a:ext cx="2108100" cy="552543"/>
            </a:xfrm>
            <a:prstGeom prst="ellipse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ReadRecord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581CC69-98F4-46B0-AE91-8CA44F3236EF}"/>
                </a:ext>
              </a:extLst>
            </p:cNvPr>
            <p:cNvSpPr/>
            <p:nvPr/>
          </p:nvSpPr>
          <p:spPr>
            <a:xfrm>
              <a:off x="1944026" y="3953639"/>
              <a:ext cx="1230942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Link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F875BE5-297C-4CC9-A47C-AE3019E5B3EF}"/>
                </a:ext>
              </a:extLst>
            </p:cNvPr>
            <p:cNvSpPr/>
            <p:nvPr/>
          </p:nvSpPr>
          <p:spPr>
            <a:xfrm>
              <a:off x="2110825" y="5346012"/>
              <a:ext cx="1230942" cy="552543"/>
            </a:xfrm>
            <a:prstGeom prst="ellipse">
              <a:avLst/>
            </a:prstGeom>
            <a:noFill/>
            <a:ln w="76200" cmpd="dbl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tag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7A2ED50-B606-411A-8EF1-85E6A3BF2C94}"/>
                </a:ext>
              </a:extLst>
            </p:cNvPr>
            <p:cNvSpPr/>
            <p:nvPr/>
          </p:nvSpPr>
          <p:spPr>
            <a:xfrm>
              <a:off x="330377" y="5919039"/>
              <a:ext cx="1829833" cy="552543"/>
            </a:xfrm>
            <a:prstGeom prst="ellipse">
              <a:avLst/>
            </a:prstGeom>
            <a:noFill/>
            <a:ln w="38100" cmpd="sng">
              <a:solidFill>
                <a:srgbClr val="4C77C4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tagNor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836AC00E-2EB8-4751-BEAF-3631D95C4980}"/>
                </a:ext>
              </a:extLst>
            </p:cNvPr>
            <p:cNvSpPr/>
            <p:nvPr/>
          </p:nvSpPr>
          <p:spPr>
            <a:xfrm>
              <a:off x="7486461" y="6034177"/>
              <a:ext cx="1230942" cy="552543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Name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65D9E7A0-44BE-4855-856A-E6D1E673553D}"/>
                </a:ext>
              </a:extLst>
            </p:cNvPr>
            <p:cNvSpPr/>
            <p:nvPr/>
          </p:nvSpPr>
          <p:spPr>
            <a:xfrm>
              <a:off x="5057215" y="6034176"/>
              <a:ext cx="1911574" cy="552543"/>
            </a:xfrm>
            <a:prstGeom prst="ellipse">
              <a:avLst/>
            </a:prstGeom>
            <a:noFill/>
            <a:ln w="38100"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u="sng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pIndex</a:t>
              </a:r>
              <a:endParaRPr lang="zh-TW" altLang="en-US" u="sng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916C7219-7D59-477B-83BF-4AF8FC830BA8}"/>
                </a:ext>
              </a:extLst>
            </p:cNvPr>
            <p:cNvSpPr/>
            <p:nvPr/>
          </p:nvSpPr>
          <p:spPr>
            <a:xfrm>
              <a:off x="10543540" y="3677368"/>
              <a:ext cx="1230942" cy="552543"/>
            </a:xfrm>
            <a:prstGeom prst="ellipse">
              <a:avLst/>
            </a:prstGeom>
            <a:noFill/>
            <a:ln w="381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Name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6DCCC405-FA22-4278-8938-CED02EE90AFB}"/>
                </a:ext>
              </a:extLst>
            </p:cNvPr>
            <p:cNvSpPr/>
            <p:nvPr/>
          </p:nvSpPr>
          <p:spPr>
            <a:xfrm>
              <a:off x="10371071" y="2478888"/>
              <a:ext cx="1573035" cy="552543"/>
            </a:xfrm>
            <a:prstGeom prst="ellipse">
              <a:avLst/>
            </a:prstGeom>
            <a:ln w="38100">
              <a:solidFill>
                <a:srgbClr val="7030A0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u="sng" dirty="0" err="1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aIndex</a:t>
              </a:r>
              <a:endParaRPr lang="zh-TW" altLang="en-US" u="sng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0252EBF0-7A2A-4EA1-9D7D-CA4E813F4901}"/>
                </a:ext>
              </a:extLst>
            </p:cNvPr>
            <p:cNvSpPr/>
            <p:nvPr/>
          </p:nvSpPr>
          <p:spPr>
            <a:xfrm>
              <a:off x="8808961" y="698752"/>
              <a:ext cx="1562109" cy="552543"/>
            </a:xfrm>
            <a:prstGeom prst="ellipse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u="sng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Account</a:t>
              </a:r>
              <a:endParaRPr lang="zh-TW" altLang="en-US" u="sng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9DC33FA6-AABC-4C50-975A-D49FACBD2586}"/>
                </a:ext>
              </a:extLst>
            </p:cNvPr>
            <p:cNvSpPr/>
            <p:nvPr/>
          </p:nvSpPr>
          <p:spPr>
            <a:xfrm>
              <a:off x="8808961" y="1712647"/>
              <a:ext cx="1730451" cy="552543"/>
            </a:xfrm>
            <a:prstGeom prst="ellipse">
              <a:avLst/>
            </a:prstGeom>
            <a:noFill/>
            <a:ln w="38100">
              <a:solidFill>
                <a:srgbClr val="4D4D4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Password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29" name="流程圖: 決策 28">
              <a:extLst>
                <a:ext uri="{FF2B5EF4-FFF2-40B4-BE49-F238E27FC236}">
                  <a16:creationId xmlns:a16="http://schemas.microsoft.com/office/drawing/2014/main" id="{DA503EA1-6026-4B2E-85E1-6A63A472D0B0}"/>
                </a:ext>
              </a:extLst>
            </p:cNvPr>
            <p:cNvSpPr/>
            <p:nvPr/>
          </p:nvSpPr>
          <p:spPr>
            <a:xfrm>
              <a:off x="4681668" y="1458172"/>
              <a:ext cx="1467087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Read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0" name="流程圖: 決策 29">
              <a:extLst>
                <a:ext uri="{FF2B5EF4-FFF2-40B4-BE49-F238E27FC236}">
                  <a16:creationId xmlns:a16="http://schemas.microsoft.com/office/drawing/2014/main" id="{AA94ACB0-374A-428F-885A-54E11B5F9156}"/>
                </a:ext>
              </a:extLst>
            </p:cNvPr>
            <p:cNvSpPr/>
            <p:nvPr/>
          </p:nvSpPr>
          <p:spPr>
            <a:xfrm>
              <a:off x="3710534" y="4425828"/>
              <a:ext cx="1952280" cy="833652"/>
            </a:xfrm>
            <a:prstGeom prst="flowChartDecision">
              <a:avLst/>
            </a:prstGeom>
            <a:ln w="38100">
              <a:solidFill>
                <a:srgbClr val="ED7D31"/>
              </a:solidFill>
            </a:ln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Publish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1" name="流程圖: 決策 30">
              <a:extLst>
                <a:ext uri="{FF2B5EF4-FFF2-40B4-BE49-F238E27FC236}">
                  <a16:creationId xmlns:a16="http://schemas.microsoft.com/office/drawing/2014/main" id="{B1D1C64B-5E5F-4921-BB31-20BB12819721}"/>
                </a:ext>
              </a:extLst>
            </p:cNvPr>
            <p:cNvSpPr/>
            <p:nvPr/>
          </p:nvSpPr>
          <p:spPr>
            <a:xfrm>
              <a:off x="6183407" y="2946317"/>
              <a:ext cx="1570763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Write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sp>
          <p:nvSpPr>
            <p:cNvPr id="32" name="流程圖: 決策 31">
              <a:extLst>
                <a:ext uri="{FF2B5EF4-FFF2-40B4-BE49-F238E27FC236}">
                  <a16:creationId xmlns:a16="http://schemas.microsoft.com/office/drawing/2014/main" id="{F503F4C1-00BD-42DD-BB32-E8CE9F644772}"/>
                </a:ext>
              </a:extLst>
            </p:cNvPr>
            <p:cNvSpPr/>
            <p:nvPr/>
          </p:nvSpPr>
          <p:spPr>
            <a:xfrm>
              <a:off x="8053485" y="4425828"/>
              <a:ext cx="2376096" cy="833652"/>
            </a:xfrm>
            <a:prstGeom prst="flowChartDecision">
              <a:avLst/>
            </a:prstGeom>
            <a:ln w="38100"/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Contract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34" name="直線接點 33">
              <a:extLst>
                <a:ext uri="{FF2B5EF4-FFF2-40B4-BE49-F238E27FC236}">
                  <a16:creationId xmlns:a16="http://schemas.microsoft.com/office/drawing/2014/main" id="{30A20B9D-06F8-486A-8C92-BB9D95FD9810}"/>
                </a:ext>
              </a:extLst>
            </p:cNvPr>
            <p:cNvCxnSpPr>
              <a:cxnSpLocks/>
              <a:stCxn id="12" idx="6"/>
              <a:endCxn id="4" idx="1"/>
            </p:cNvCxnSpPr>
            <p:nvPr/>
          </p:nvCxnSpPr>
          <p:spPr>
            <a:xfrm>
              <a:off x="3384096" y="767655"/>
              <a:ext cx="819774" cy="2595489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線接點 35">
              <a:extLst>
                <a:ext uri="{FF2B5EF4-FFF2-40B4-BE49-F238E27FC236}">
                  <a16:creationId xmlns:a16="http://schemas.microsoft.com/office/drawing/2014/main" id="{6F6515FF-CABB-4B08-839F-08A4D41C304E}"/>
                </a:ext>
              </a:extLst>
            </p:cNvPr>
            <p:cNvCxnSpPr>
              <a:cxnSpLocks/>
              <a:stCxn id="17" idx="6"/>
              <a:endCxn id="4" idx="1"/>
            </p:cNvCxnSpPr>
            <p:nvPr/>
          </p:nvCxnSpPr>
          <p:spPr>
            <a:xfrm>
              <a:off x="3384096" y="1599018"/>
              <a:ext cx="819774" cy="176412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線接點 41">
              <a:extLst>
                <a:ext uri="{FF2B5EF4-FFF2-40B4-BE49-F238E27FC236}">
                  <a16:creationId xmlns:a16="http://schemas.microsoft.com/office/drawing/2014/main" id="{951EBB64-AFDA-41FF-8829-AD71D11B78DA}"/>
                </a:ext>
              </a:extLst>
            </p:cNvPr>
            <p:cNvCxnSpPr>
              <a:cxnSpLocks/>
              <a:stCxn id="14" idx="6"/>
              <a:endCxn id="4" idx="1"/>
            </p:cNvCxnSpPr>
            <p:nvPr/>
          </p:nvCxnSpPr>
          <p:spPr>
            <a:xfrm>
              <a:off x="1914255" y="1769312"/>
              <a:ext cx="2289615" cy="1593832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線接點 43">
              <a:extLst>
                <a:ext uri="{FF2B5EF4-FFF2-40B4-BE49-F238E27FC236}">
                  <a16:creationId xmlns:a16="http://schemas.microsoft.com/office/drawing/2014/main" id="{1EC98F50-6EE5-4EB6-84FD-B4114B954638}"/>
                </a:ext>
              </a:extLst>
            </p:cNvPr>
            <p:cNvCxnSpPr>
              <a:cxnSpLocks/>
              <a:stCxn id="15" idx="6"/>
              <a:endCxn id="4" idx="1"/>
            </p:cNvCxnSpPr>
            <p:nvPr/>
          </p:nvCxnSpPr>
          <p:spPr>
            <a:xfrm flipV="1">
              <a:off x="2786845" y="3363144"/>
              <a:ext cx="1417025" cy="1622128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線接點 45">
              <a:extLst>
                <a:ext uri="{FF2B5EF4-FFF2-40B4-BE49-F238E27FC236}">
                  <a16:creationId xmlns:a16="http://schemas.microsoft.com/office/drawing/2014/main" id="{F78D6C6B-AC27-48A0-8770-68F9AAE5D9D8}"/>
                </a:ext>
              </a:extLst>
            </p:cNvPr>
            <p:cNvCxnSpPr>
              <a:stCxn id="20" idx="6"/>
              <a:endCxn id="4" idx="1"/>
            </p:cNvCxnSpPr>
            <p:nvPr/>
          </p:nvCxnSpPr>
          <p:spPr>
            <a:xfrm flipV="1">
              <a:off x="3174968" y="3363144"/>
              <a:ext cx="1028902" cy="866767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線接點 47">
              <a:extLst>
                <a:ext uri="{FF2B5EF4-FFF2-40B4-BE49-F238E27FC236}">
                  <a16:creationId xmlns:a16="http://schemas.microsoft.com/office/drawing/2014/main" id="{B1C70860-DF32-490B-887C-45F51F6D8474}"/>
                </a:ext>
              </a:extLst>
            </p:cNvPr>
            <p:cNvCxnSpPr>
              <a:cxnSpLocks/>
              <a:stCxn id="13" idx="6"/>
              <a:endCxn id="4" idx="1"/>
            </p:cNvCxnSpPr>
            <p:nvPr/>
          </p:nvCxnSpPr>
          <p:spPr>
            <a:xfrm>
              <a:off x="2406813" y="2452342"/>
              <a:ext cx="1797057" cy="910802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線接點 49">
              <a:extLst>
                <a:ext uri="{FF2B5EF4-FFF2-40B4-BE49-F238E27FC236}">
                  <a16:creationId xmlns:a16="http://schemas.microsoft.com/office/drawing/2014/main" id="{B9F81377-F027-4094-AD5D-385BA2A4CDA0}"/>
                </a:ext>
              </a:extLst>
            </p:cNvPr>
            <p:cNvCxnSpPr>
              <a:stCxn id="18" idx="6"/>
              <a:endCxn id="4" idx="1"/>
            </p:cNvCxnSpPr>
            <p:nvPr/>
          </p:nvCxnSpPr>
          <p:spPr>
            <a:xfrm>
              <a:off x="1487719" y="3119085"/>
              <a:ext cx="2716151" cy="244059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直線接點 51">
              <a:extLst>
                <a:ext uri="{FF2B5EF4-FFF2-40B4-BE49-F238E27FC236}">
                  <a16:creationId xmlns:a16="http://schemas.microsoft.com/office/drawing/2014/main" id="{C694CF34-7F3F-4BE0-990D-DCA7D695B5E1}"/>
                </a:ext>
              </a:extLst>
            </p:cNvPr>
            <p:cNvCxnSpPr>
              <a:cxnSpLocks/>
              <a:stCxn id="21" idx="6"/>
              <a:endCxn id="4" idx="1"/>
            </p:cNvCxnSpPr>
            <p:nvPr/>
          </p:nvCxnSpPr>
          <p:spPr>
            <a:xfrm flipV="1">
              <a:off x="3341767" y="3363144"/>
              <a:ext cx="862103" cy="2259140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直線接點 90">
              <a:extLst>
                <a:ext uri="{FF2B5EF4-FFF2-40B4-BE49-F238E27FC236}">
                  <a16:creationId xmlns:a16="http://schemas.microsoft.com/office/drawing/2014/main" id="{9CD793D7-F2E4-4D46-A236-BCA3175C9881}"/>
                </a:ext>
              </a:extLst>
            </p:cNvPr>
            <p:cNvCxnSpPr>
              <a:cxnSpLocks/>
              <a:stCxn id="21" idx="4"/>
              <a:endCxn id="22" idx="6"/>
            </p:cNvCxnSpPr>
            <p:nvPr/>
          </p:nvCxnSpPr>
          <p:spPr>
            <a:xfrm flipH="1">
              <a:off x="2160210" y="5898555"/>
              <a:ext cx="566086" cy="296756"/>
            </a:xfrm>
            <a:prstGeom prst="line">
              <a:avLst/>
            </a:prstGeom>
            <a:ln w="38100">
              <a:solidFill>
                <a:srgbClr val="4C77C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線接點 113">
              <a:extLst>
                <a:ext uri="{FF2B5EF4-FFF2-40B4-BE49-F238E27FC236}">
                  <a16:creationId xmlns:a16="http://schemas.microsoft.com/office/drawing/2014/main" id="{D69700CE-C7D1-4D0C-88B5-81FB6269A630}"/>
                </a:ext>
              </a:extLst>
            </p:cNvPr>
            <p:cNvCxnSpPr>
              <a:cxnSpLocks/>
              <a:stCxn id="9" idx="2"/>
              <a:endCxn id="24" idx="0"/>
            </p:cNvCxnSpPr>
            <p:nvPr/>
          </p:nvCxnSpPr>
          <p:spPr>
            <a:xfrm flipH="1">
              <a:off x="6013002" y="5548816"/>
              <a:ext cx="955787" cy="485360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線接點 115">
              <a:extLst>
                <a:ext uri="{FF2B5EF4-FFF2-40B4-BE49-F238E27FC236}">
                  <a16:creationId xmlns:a16="http://schemas.microsoft.com/office/drawing/2014/main" id="{B3AB68E6-CD60-44EC-AF71-684B072B1039}"/>
                </a:ext>
              </a:extLst>
            </p:cNvPr>
            <p:cNvCxnSpPr>
              <a:cxnSpLocks/>
              <a:stCxn id="9" idx="2"/>
              <a:endCxn id="23" idx="0"/>
            </p:cNvCxnSpPr>
            <p:nvPr/>
          </p:nvCxnSpPr>
          <p:spPr>
            <a:xfrm>
              <a:off x="6968789" y="5548816"/>
              <a:ext cx="1133143" cy="485361"/>
            </a:xfrm>
            <a:prstGeom prst="line">
              <a:avLst/>
            </a:prstGeom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線接點 117">
              <a:extLst>
                <a:ext uri="{FF2B5EF4-FFF2-40B4-BE49-F238E27FC236}">
                  <a16:creationId xmlns:a16="http://schemas.microsoft.com/office/drawing/2014/main" id="{1583C68D-36B7-47E3-B6FD-4A4F97FE514A}"/>
                </a:ext>
              </a:extLst>
            </p:cNvPr>
            <p:cNvCxnSpPr>
              <a:stCxn id="7" idx="3"/>
              <a:endCxn id="26" idx="2"/>
            </p:cNvCxnSpPr>
            <p:nvPr/>
          </p:nvCxnSpPr>
          <p:spPr>
            <a:xfrm flipV="1">
              <a:off x="9708737" y="2755160"/>
              <a:ext cx="662334" cy="606981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直線接點 119">
              <a:extLst>
                <a:ext uri="{FF2B5EF4-FFF2-40B4-BE49-F238E27FC236}">
                  <a16:creationId xmlns:a16="http://schemas.microsoft.com/office/drawing/2014/main" id="{E0DF614A-B2DC-4E63-92C5-86FE75DCD949}"/>
                </a:ext>
              </a:extLst>
            </p:cNvPr>
            <p:cNvCxnSpPr>
              <a:stCxn id="7" idx="3"/>
              <a:endCxn id="25" idx="2"/>
            </p:cNvCxnSpPr>
            <p:nvPr/>
          </p:nvCxnSpPr>
          <p:spPr>
            <a:xfrm>
              <a:off x="9708737" y="3362141"/>
              <a:ext cx="834803" cy="591499"/>
            </a:xfrm>
            <a:prstGeom prst="line">
              <a:avLst/>
            </a:prstGeom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線接點 121">
              <a:extLst>
                <a:ext uri="{FF2B5EF4-FFF2-40B4-BE49-F238E27FC236}">
                  <a16:creationId xmlns:a16="http://schemas.microsoft.com/office/drawing/2014/main" id="{EA7F6708-0F86-4704-A171-6426D659B893}"/>
                </a:ext>
              </a:extLst>
            </p:cNvPr>
            <p:cNvCxnSpPr>
              <a:cxnSpLocks/>
              <a:stCxn id="8" idx="3"/>
              <a:endCxn id="28" idx="2"/>
            </p:cNvCxnSpPr>
            <p:nvPr/>
          </p:nvCxnSpPr>
          <p:spPr>
            <a:xfrm>
              <a:off x="8220313" y="1870716"/>
              <a:ext cx="588648" cy="118203"/>
            </a:xfrm>
            <a:prstGeom prst="line">
              <a:avLst/>
            </a:prstGeom>
            <a:ln w="38100">
              <a:solidFill>
                <a:srgbClr val="4D4D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線接點 123">
              <a:extLst>
                <a:ext uri="{FF2B5EF4-FFF2-40B4-BE49-F238E27FC236}">
                  <a16:creationId xmlns:a16="http://schemas.microsoft.com/office/drawing/2014/main" id="{1C677481-5AEA-430D-9A9F-E4FF83DC87EF}"/>
                </a:ext>
              </a:extLst>
            </p:cNvPr>
            <p:cNvCxnSpPr>
              <a:cxnSpLocks/>
              <a:stCxn id="8" idx="3"/>
              <a:endCxn id="27" idx="2"/>
            </p:cNvCxnSpPr>
            <p:nvPr/>
          </p:nvCxnSpPr>
          <p:spPr>
            <a:xfrm flipV="1">
              <a:off x="8220313" y="975024"/>
              <a:ext cx="588648" cy="895692"/>
            </a:xfrm>
            <a:prstGeom prst="line">
              <a:avLst/>
            </a:prstGeom>
            <a:ln w="38100">
              <a:solidFill>
                <a:srgbClr val="4D4D4D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直線接點 129">
              <a:extLst>
                <a:ext uri="{FF2B5EF4-FFF2-40B4-BE49-F238E27FC236}">
                  <a16:creationId xmlns:a16="http://schemas.microsoft.com/office/drawing/2014/main" id="{229CE63F-CCAD-4E96-B326-D719E2AB69E2}"/>
                </a:ext>
              </a:extLst>
            </p:cNvPr>
            <p:cNvCxnSpPr>
              <a:cxnSpLocks/>
              <a:stCxn id="4" idx="2"/>
              <a:endCxn id="30" idx="0"/>
            </p:cNvCxnSpPr>
            <p:nvPr/>
          </p:nvCxnSpPr>
          <p:spPr>
            <a:xfrm>
              <a:off x="4685795" y="3652480"/>
              <a:ext cx="879" cy="773348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直線接點 131">
              <a:extLst>
                <a:ext uri="{FF2B5EF4-FFF2-40B4-BE49-F238E27FC236}">
                  <a16:creationId xmlns:a16="http://schemas.microsoft.com/office/drawing/2014/main" id="{A16D8E0F-6997-4B6A-8072-ED83CA663C6D}"/>
                </a:ext>
              </a:extLst>
            </p:cNvPr>
            <p:cNvCxnSpPr>
              <a:cxnSpLocks/>
              <a:stCxn id="30" idx="2"/>
              <a:endCxn id="9" idx="1"/>
            </p:cNvCxnSpPr>
            <p:nvPr/>
          </p:nvCxnSpPr>
          <p:spPr>
            <a:xfrm>
              <a:off x="4686674" y="5259480"/>
              <a:ext cx="1666644" cy="0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線接點 133">
              <a:extLst>
                <a:ext uri="{FF2B5EF4-FFF2-40B4-BE49-F238E27FC236}">
                  <a16:creationId xmlns:a16="http://schemas.microsoft.com/office/drawing/2014/main" id="{B771A834-D842-4990-843E-A0CFEB6A1311}"/>
                </a:ext>
              </a:extLst>
            </p:cNvPr>
            <p:cNvCxnSpPr>
              <a:cxnSpLocks/>
              <a:stCxn id="9" idx="3"/>
              <a:endCxn id="32" idx="2"/>
            </p:cNvCxnSpPr>
            <p:nvPr/>
          </p:nvCxnSpPr>
          <p:spPr>
            <a:xfrm>
              <a:off x="7584260" y="5259480"/>
              <a:ext cx="1657273" cy="0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線接點 135">
              <a:extLst>
                <a:ext uri="{FF2B5EF4-FFF2-40B4-BE49-F238E27FC236}">
                  <a16:creationId xmlns:a16="http://schemas.microsoft.com/office/drawing/2014/main" id="{A91C540E-4196-4AC9-8D8D-188F8B6045E3}"/>
                </a:ext>
              </a:extLst>
            </p:cNvPr>
            <p:cNvCxnSpPr>
              <a:cxnSpLocks/>
              <a:stCxn id="32" idx="0"/>
              <a:endCxn id="7" idx="2"/>
            </p:cNvCxnSpPr>
            <p:nvPr/>
          </p:nvCxnSpPr>
          <p:spPr>
            <a:xfrm flipH="1" flipV="1">
              <a:off x="9226812" y="3651477"/>
              <a:ext cx="14721" cy="774351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線接點 137">
              <a:extLst>
                <a:ext uri="{FF2B5EF4-FFF2-40B4-BE49-F238E27FC236}">
                  <a16:creationId xmlns:a16="http://schemas.microsoft.com/office/drawing/2014/main" id="{4388DF5F-C414-4034-B9E4-4E5F1AE73A39}"/>
                </a:ext>
              </a:extLst>
            </p:cNvPr>
            <p:cNvCxnSpPr>
              <a:cxnSpLocks/>
              <a:stCxn id="31" idx="3"/>
              <a:endCxn id="7" idx="1"/>
            </p:cNvCxnSpPr>
            <p:nvPr/>
          </p:nvCxnSpPr>
          <p:spPr>
            <a:xfrm flipV="1">
              <a:off x="7754170" y="3362141"/>
              <a:ext cx="990717" cy="1002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線接點 139">
              <a:extLst>
                <a:ext uri="{FF2B5EF4-FFF2-40B4-BE49-F238E27FC236}">
                  <a16:creationId xmlns:a16="http://schemas.microsoft.com/office/drawing/2014/main" id="{D0689312-1238-4003-BB6F-AC7E75B8AD49}"/>
                </a:ext>
              </a:extLst>
            </p:cNvPr>
            <p:cNvCxnSpPr>
              <a:cxnSpLocks/>
              <a:stCxn id="4" idx="3"/>
              <a:endCxn id="31" idx="1"/>
            </p:cNvCxnSpPr>
            <p:nvPr/>
          </p:nvCxnSpPr>
          <p:spPr>
            <a:xfrm flipV="1">
              <a:off x="5167720" y="3363143"/>
              <a:ext cx="1015687" cy="1"/>
            </a:xfrm>
            <a:prstGeom prst="line">
              <a:avLst/>
            </a:prstGeom>
            <a:ln w="76200" cmpd="dbl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線接點 141">
              <a:extLst>
                <a:ext uri="{FF2B5EF4-FFF2-40B4-BE49-F238E27FC236}">
                  <a16:creationId xmlns:a16="http://schemas.microsoft.com/office/drawing/2014/main" id="{B86D59E7-50FD-40F7-8089-EBAB50160F7A}"/>
                </a:ext>
              </a:extLst>
            </p:cNvPr>
            <p:cNvCxnSpPr>
              <a:stCxn id="29" idx="1"/>
              <a:endCxn id="4" idx="0"/>
            </p:cNvCxnSpPr>
            <p:nvPr/>
          </p:nvCxnSpPr>
          <p:spPr>
            <a:xfrm>
              <a:off x="4681668" y="1874998"/>
              <a:ext cx="4127" cy="1198809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直線接點 143">
              <a:extLst>
                <a:ext uri="{FF2B5EF4-FFF2-40B4-BE49-F238E27FC236}">
                  <a16:creationId xmlns:a16="http://schemas.microsoft.com/office/drawing/2014/main" id="{66101CEC-8885-4D9C-B364-A9BFF68169CE}"/>
                </a:ext>
              </a:extLst>
            </p:cNvPr>
            <p:cNvCxnSpPr>
              <a:stCxn id="29" idx="3"/>
              <a:endCxn id="8" idx="1"/>
            </p:cNvCxnSpPr>
            <p:nvPr/>
          </p:nvCxnSpPr>
          <p:spPr>
            <a:xfrm flipV="1">
              <a:off x="6148755" y="1870716"/>
              <a:ext cx="1107708" cy="4282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線接點 145">
              <a:extLst>
                <a:ext uri="{FF2B5EF4-FFF2-40B4-BE49-F238E27FC236}">
                  <a16:creationId xmlns:a16="http://schemas.microsoft.com/office/drawing/2014/main" id="{219D975D-4DDD-4F6D-9E89-DE35D4BF5166}"/>
                </a:ext>
              </a:extLst>
            </p:cNvPr>
            <p:cNvCxnSpPr>
              <a:cxnSpLocks/>
              <a:stCxn id="29" idx="0"/>
              <a:endCxn id="19" idx="4"/>
            </p:cNvCxnSpPr>
            <p:nvPr/>
          </p:nvCxnSpPr>
          <p:spPr>
            <a:xfrm flipH="1" flipV="1">
              <a:off x="4848033" y="823823"/>
              <a:ext cx="567179" cy="634349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直線接點 147">
              <a:extLst>
                <a:ext uri="{FF2B5EF4-FFF2-40B4-BE49-F238E27FC236}">
                  <a16:creationId xmlns:a16="http://schemas.microsoft.com/office/drawing/2014/main" id="{5AA120E0-7D2C-46D9-A533-2E98BC07C6D9}"/>
                </a:ext>
              </a:extLst>
            </p:cNvPr>
            <p:cNvCxnSpPr>
              <a:cxnSpLocks/>
              <a:stCxn id="11" idx="4"/>
              <a:endCxn id="29" idx="0"/>
            </p:cNvCxnSpPr>
            <p:nvPr/>
          </p:nvCxnSpPr>
          <p:spPr>
            <a:xfrm flipH="1">
              <a:off x="5415212" y="1171040"/>
              <a:ext cx="1481075" cy="287132"/>
            </a:xfrm>
            <a:prstGeom prst="line">
              <a:avLst/>
            </a:prstGeom>
            <a:ln w="38100">
              <a:solidFill>
                <a:srgbClr val="ED7D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6" name="橢圓 55">
              <a:extLst>
                <a:ext uri="{FF2B5EF4-FFF2-40B4-BE49-F238E27FC236}">
                  <a16:creationId xmlns:a16="http://schemas.microsoft.com/office/drawing/2014/main" id="{9EFF8AE2-9E70-459C-A9B8-1D832692DBFE}"/>
                </a:ext>
              </a:extLst>
            </p:cNvPr>
            <p:cNvSpPr/>
            <p:nvPr/>
          </p:nvSpPr>
          <p:spPr>
            <a:xfrm>
              <a:off x="256777" y="3671628"/>
              <a:ext cx="1492137" cy="552543"/>
            </a:xfrm>
            <a:prstGeom prst="ellipse">
              <a:avLst/>
            </a:prstGeom>
            <a:noFill/>
            <a:ln w="38100">
              <a:solidFill>
                <a:srgbClr val="2F528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TW" dirty="0">
                  <a:solidFill>
                    <a:sysClr val="windowText" lastClr="000000"/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Warrant</a:t>
              </a:r>
              <a:endParaRPr lang="zh-TW" altLang="en-US" dirty="0">
                <a:solidFill>
                  <a:sysClr val="windowText" lastClr="0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83E4B8DE-CFA1-4321-855C-DC58D9EC8963}"/>
                </a:ext>
              </a:extLst>
            </p:cNvPr>
            <p:cNvCxnSpPr>
              <a:stCxn id="56" idx="6"/>
              <a:endCxn id="4" idx="1"/>
            </p:cNvCxnSpPr>
            <p:nvPr/>
          </p:nvCxnSpPr>
          <p:spPr>
            <a:xfrm flipV="1">
              <a:off x="1748914" y="3363144"/>
              <a:ext cx="2454956" cy="584756"/>
            </a:xfrm>
            <a:prstGeom prst="line">
              <a:avLst/>
            </a:prstGeom>
            <a:ln w="38100">
              <a:solidFill>
                <a:srgbClr val="2F528F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42277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61</Words>
  <Application>Microsoft Office PowerPoint</Application>
  <PresentationFormat>寬螢幕</PresentationFormat>
  <Paragraphs>52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微軟正黑體</vt:lpstr>
      <vt:lpstr>新細明體</vt:lpstr>
      <vt:lpstr>Arial</vt:lpstr>
      <vt:lpstr>Calibri</vt:lpstr>
      <vt:lpstr>Calibri Light</vt:lpstr>
      <vt:lpstr>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劉奕霈</dc:creator>
  <cp:lastModifiedBy>劉奕霈</cp:lastModifiedBy>
  <cp:revision>8</cp:revision>
  <dcterms:created xsi:type="dcterms:W3CDTF">2025-04-30T15:22:49Z</dcterms:created>
  <dcterms:modified xsi:type="dcterms:W3CDTF">2025-04-30T17:19:01Z</dcterms:modified>
</cp:coreProperties>
</file>