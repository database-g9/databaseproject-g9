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77C4"/>
    <a:srgbClr val="4472C4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93703-C86C-46E2-BFDC-8728BB106A14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1CDBD-37C5-4D71-9C0D-24FDC59744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50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CDBD-37C5-4D71-9C0D-24FDC597441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303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3E25D5-F66A-43E3-AB88-3154DA819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1B0EDB7-9993-4155-9890-30B777A91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62D7A6-B2A5-4F59-B0E2-F622DDE0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8D4EB2-97A8-4C17-92E7-7463CA40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F85661-F1DC-4A86-AA08-F11B513E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68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89C072-0A3D-4956-A8F3-6FD47F7B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C6C0D4-7946-413C-A718-16B70344B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050942-07DE-45C3-87D7-6E53F295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FB7A81-C211-4BEA-BB1C-3635F32E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FD357F-9AB6-4779-B19B-89C37F1D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57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81273A-1F7B-4B30-B552-E1EDFCD8A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B25CE9-0B0B-47F7-BA8E-93EFA7590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6C8084-E604-4F1A-BD62-BBEC9D5B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D6E5C-1F7C-4C68-A1C8-43BEDB10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AD63F-D235-4F34-9DC8-EA7B57EC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98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2B5A12-23F8-45C3-A090-14C3BA43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89C1FE-9931-477C-8775-D8D1A84F0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24C3D4-8D2C-44A5-BBEA-3CD64C1D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6CB0FF-CA6F-452C-85CC-084D7277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E8DFD8-44A8-4087-B5FE-A24FF167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E402B2-45C7-4DE0-B78C-77F3222E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541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B63AE-7933-4E52-845F-CA4CF45C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CC1C52-7887-4755-8BC0-521A0B62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5DD824-F0FB-45FA-89BA-CEDF1EC54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C6335F7-BE53-491E-A069-20935813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0D963C-A6BD-4E59-A6A3-873D51549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5211EBE-71B4-4FE4-9946-9A5B76C4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F802DE9-FA4D-4A87-B796-EA8F632C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915C6CC-FCBB-470A-8FEF-7DA9BA33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37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15C040-A5C2-47CC-9F36-A58D8529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3C30EEF-014C-4D80-8751-A42BD0CE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D9C2A6F-83AA-4CEC-9139-D77EE5392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2A99B76-343D-4CEA-8CDB-D1ABB4EE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61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F79528-B26D-4D68-B584-90B757D6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DB1686-CA46-4F3A-94C9-A525D126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46A21A-A4EF-4B8B-BAA7-67BE6D81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83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7DF6DB-8A70-4D93-B5B3-5BE3AF64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ECFCA3-7D76-414C-9CC9-490C6D2D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85F964-7FF2-4BA4-A9B3-E839C618C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BFCD39-D956-4A36-BB9D-E2E99384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2F3C58-CD3B-4662-9C2C-0BE298EE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3458A1-D8FB-47AA-B816-8B6554AB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4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2E59E-CBA9-4429-904B-9A463883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11DF73-6B7F-4E18-8C94-DD7FC84AB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2B15FB-63FB-4212-88B0-B48A23F3F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2D7546-B8EA-4B97-AA9F-59A3EDCF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1370B4-A3A3-48AC-B1BF-03FC9D0B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B2CEFA-40D5-429B-A65F-39786E58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49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731A9-FB4A-4B51-BB7A-1D2159FE9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83C8C9-81A6-4C2E-89C4-51DBD26B4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A70E3A-3780-4350-8BCB-AE469BF3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EEAEFA-A679-486B-BC5D-7EC5D402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CB7822-9F66-45F3-8F8C-FB77C1BE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0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45D9953-6FD3-46C4-8F9B-52E18F86D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295AF1-7561-48F9-995B-E74032466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4CE500-5C8E-4AA9-BEE2-A41D068E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1418EB-5CE4-4925-AC8D-0B45CBE1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C5AFA5-24F6-4C27-8493-AC6A5EB0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2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86E027E-A4E2-44FD-8DAE-DD0F9EE6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F2A598-F3D2-4D98-A14F-55D0D42D5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CDD206-0FD6-4E88-BE7C-46CD65B50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B0162-65C0-4857-80DC-92EBC8841F6B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0FA0C0-BE33-4CD0-B18F-C48E308E5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FD5CDC-1E8A-4189-9AD0-694192C65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7D437-D538-48E6-82D5-EB44744F2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0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E372B95-0598-48D0-9CAA-13BA2891EB11}"/>
              </a:ext>
            </a:extLst>
          </p:cNvPr>
          <p:cNvSpPr txBox="1"/>
          <p:nvPr/>
        </p:nvSpPr>
        <p:spPr>
          <a:xfrm>
            <a:off x="0" y="1084082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/>
              <a:t>Novel	  (nIndex, Title, Category, State, Love, Series, SeriesN, Warrant, Link, Introduction, aIndex, pIndex)</a:t>
            </a:r>
          </a:p>
          <a:p>
            <a:r>
              <a:rPr lang="en-US" altLang="zh-TW" sz="2200" dirty="0"/>
              <a:t>Author	  (aIndex, Name)</a:t>
            </a:r>
          </a:p>
          <a:p>
            <a:r>
              <a:rPr lang="en-US" altLang="zh-TW" sz="2200" dirty="0"/>
              <a:t>Publish	  (pIndex, Name)</a:t>
            </a:r>
          </a:p>
          <a:p>
            <a:r>
              <a:rPr lang="en-US" altLang="zh-TW" sz="2200" dirty="0"/>
              <a:t>Tag	  (tIndex, Tag, TagNor)</a:t>
            </a:r>
          </a:p>
          <a:p>
            <a:r>
              <a:rPr lang="en-US" altLang="zh-TW" sz="2200" dirty="0"/>
              <a:t>User	  (Account, Password)</a:t>
            </a:r>
          </a:p>
          <a:p>
            <a:r>
              <a:rPr lang="en-US" altLang="zh-TW" sz="2200" dirty="0" err="1"/>
              <a:t>NovelTag</a:t>
            </a:r>
            <a:r>
              <a:rPr lang="en-US" altLang="zh-TW" sz="2200" dirty="0"/>
              <a:t>(nIndex, tIndex)</a:t>
            </a:r>
          </a:p>
          <a:p>
            <a:r>
              <a:rPr lang="en-US" altLang="zh-TW" sz="2200" dirty="0"/>
              <a:t>Sign	  (pIndex, aIndex)</a:t>
            </a:r>
          </a:p>
          <a:p>
            <a:r>
              <a:rPr lang="en-US" altLang="zh-TW" sz="2200" dirty="0"/>
              <a:t>Read	  (Account, nIndex, History)</a:t>
            </a:r>
          </a:p>
          <a:p>
            <a:r>
              <a:rPr lang="en-US" altLang="zh-TW" sz="2200" dirty="0" err="1"/>
              <a:t>UserLove</a:t>
            </a:r>
            <a:r>
              <a:rPr lang="en-US" altLang="zh-TW" sz="2200" dirty="0"/>
              <a:t>(Account, LoveRecord)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99041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2EE63-A551-4ADE-BB77-88AE7123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971"/>
            <a:ext cx="10515600" cy="630066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altLang="zh-TW" dirty="0"/>
              <a:t>novel(nIndex, Title, Category, State, Love, Series, SeriesN, Warrant, Link, Introduction, aIndex, pIndex)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author (aIndex, Name)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publish (pIndex, Name)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tag (tIndex, Tag, TagNor)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user	 (Account, Password)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noveltag(nIndex, tIndex)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sign(pIndex, aIndex)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read(Account, nIndex, History)</a:t>
            </a:r>
          </a:p>
          <a:p>
            <a:pPr>
              <a:lnSpc>
                <a:spcPct val="140000"/>
              </a:lnSpc>
            </a:pPr>
            <a:r>
              <a:rPr lang="en-US" altLang="zh-TW" dirty="0"/>
              <a:t>userlove(Account, LoveRecord)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15C1C49-CB52-4B9F-A4FC-08D200E65735}"/>
              </a:ext>
            </a:extLst>
          </p:cNvPr>
          <p:cNvCxnSpPr/>
          <p:nvPr/>
        </p:nvCxnSpPr>
        <p:spPr>
          <a:xfrm>
            <a:off x="2273233" y="1811516"/>
            <a:ext cx="828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14F0A11-BB32-471B-8677-CC22B02F92AB}"/>
              </a:ext>
            </a:extLst>
          </p:cNvPr>
          <p:cNvCxnSpPr/>
          <p:nvPr/>
        </p:nvCxnSpPr>
        <p:spPr>
          <a:xfrm>
            <a:off x="2058186" y="644164"/>
            <a:ext cx="828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83BF83C-F84D-4A70-8047-3D2A67BDCF65}"/>
              </a:ext>
            </a:extLst>
          </p:cNvPr>
          <p:cNvCxnSpPr/>
          <p:nvPr/>
        </p:nvCxnSpPr>
        <p:spPr>
          <a:xfrm>
            <a:off x="2340792" y="2454109"/>
            <a:ext cx="828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19BD0FA-E51A-4753-863B-77DD2824C748}"/>
              </a:ext>
            </a:extLst>
          </p:cNvPr>
          <p:cNvCxnSpPr/>
          <p:nvPr/>
        </p:nvCxnSpPr>
        <p:spPr>
          <a:xfrm>
            <a:off x="1756330" y="3104559"/>
            <a:ext cx="828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D1A3957-2236-4D40-A333-69516C410F85}"/>
              </a:ext>
            </a:extLst>
          </p:cNvPr>
          <p:cNvCxnSpPr/>
          <p:nvPr/>
        </p:nvCxnSpPr>
        <p:spPr>
          <a:xfrm>
            <a:off x="2021233" y="3718872"/>
            <a:ext cx="1044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2F5D03C-29BD-40C8-A1AD-A1BFF107D8A0}"/>
              </a:ext>
            </a:extLst>
          </p:cNvPr>
          <p:cNvCxnSpPr/>
          <p:nvPr/>
        </p:nvCxnSpPr>
        <p:spPr>
          <a:xfrm>
            <a:off x="2991240" y="1164210"/>
            <a:ext cx="864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F1C7CA4-E3F8-475C-8EED-EA3C45B574BC}"/>
              </a:ext>
            </a:extLst>
          </p:cNvPr>
          <p:cNvCxnSpPr/>
          <p:nvPr/>
        </p:nvCxnSpPr>
        <p:spPr>
          <a:xfrm>
            <a:off x="4039186" y="1164210"/>
            <a:ext cx="864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69C36BF-23C2-4156-9A0C-7D57A46667B3}"/>
              </a:ext>
            </a:extLst>
          </p:cNvPr>
          <p:cNvCxnSpPr>
            <a:cxnSpLocks/>
          </p:cNvCxnSpPr>
          <p:nvPr/>
        </p:nvCxnSpPr>
        <p:spPr>
          <a:xfrm>
            <a:off x="2430658" y="4388176"/>
            <a:ext cx="1872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55BFB3E-1F28-4089-92B6-C5B851368C3B}"/>
              </a:ext>
            </a:extLst>
          </p:cNvPr>
          <p:cNvCxnSpPr/>
          <p:nvPr/>
        </p:nvCxnSpPr>
        <p:spPr>
          <a:xfrm>
            <a:off x="2443228" y="4454163"/>
            <a:ext cx="828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B9C49D1-C3C7-4B7C-9C79-D688EDDAD959}"/>
              </a:ext>
            </a:extLst>
          </p:cNvPr>
          <p:cNvCxnSpPr/>
          <p:nvPr/>
        </p:nvCxnSpPr>
        <p:spPr>
          <a:xfrm>
            <a:off x="3476366" y="4454163"/>
            <a:ext cx="828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6AD8CA2-057D-41D8-84E2-6C57211CD99D}"/>
              </a:ext>
            </a:extLst>
          </p:cNvPr>
          <p:cNvCxnSpPr>
            <a:cxnSpLocks/>
          </p:cNvCxnSpPr>
          <p:nvPr/>
        </p:nvCxnSpPr>
        <p:spPr>
          <a:xfrm>
            <a:off x="1872480" y="5030770"/>
            <a:ext cx="1872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B3DF1373-8460-4722-B323-F89A5F8E0608}"/>
              </a:ext>
            </a:extLst>
          </p:cNvPr>
          <p:cNvCxnSpPr/>
          <p:nvPr/>
        </p:nvCxnSpPr>
        <p:spPr>
          <a:xfrm>
            <a:off x="1885050" y="5096757"/>
            <a:ext cx="828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AA51AE0-6DE8-4E2B-BA7A-67DE846E00C7}"/>
              </a:ext>
            </a:extLst>
          </p:cNvPr>
          <p:cNvCxnSpPr/>
          <p:nvPr/>
        </p:nvCxnSpPr>
        <p:spPr>
          <a:xfrm>
            <a:off x="2918188" y="5096757"/>
            <a:ext cx="828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E48BFDC-01FB-4208-930F-C3531C527A8C}"/>
              </a:ext>
            </a:extLst>
          </p:cNvPr>
          <p:cNvCxnSpPr>
            <a:cxnSpLocks/>
          </p:cNvCxnSpPr>
          <p:nvPr/>
        </p:nvCxnSpPr>
        <p:spPr>
          <a:xfrm>
            <a:off x="1892347" y="5671793"/>
            <a:ext cx="2160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9F906CB-0BCE-4056-9D4C-A88AC749E608}"/>
              </a:ext>
            </a:extLst>
          </p:cNvPr>
          <p:cNvCxnSpPr/>
          <p:nvPr/>
        </p:nvCxnSpPr>
        <p:spPr>
          <a:xfrm>
            <a:off x="1904917" y="5737780"/>
            <a:ext cx="1080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31F2613-8E8A-40F9-81E8-541CF1E11092}"/>
              </a:ext>
            </a:extLst>
          </p:cNvPr>
          <p:cNvCxnSpPr/>
          <p:nvPr/>
        </p:nvCxnSpPr>
        <p:spPr>
          <a:xfrm>
            <a:off x="3211430" y="5737780"/>
            <a:ext cx="828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215E806D-F4A0-433C-AAEF-C2E122A82F67}"/>
              </a:ext>
            </a:extLst>
          </p:cNvPr>
          <p:cNvCxnSpPr>
            <a:cxnSpLocks/>
          </p:cNvCxnSpPr>
          <p:nvPr/>
        </p:nvCxnSpPr>
        <p:spPr>
          <a:xfrm>
            <a:off x="2413034" y="6331669"/>
            <a:ext cx="277200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4C3AF44-AEE9-46B7-BC86-6AC2F8AAFF71}"/>
              </a:ext>
            </a:extLst>
          </p:cNvPr>
          <p:cNvCxnSpPr/>
          <p:nvPr/>
        </p:nvCxnSpPr>
        <p:spPr>
          <a:xfrm>
            <a:off x="2425604" y="6397656"/>
            <a:ext cx="1080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61473D29-9729-44C8-BD29-90CBB14F52D5}"/>
              </a:ext>
            </a:extLst>
          </p:cNvPr>
          <p:cNvCxnSpPr/>
          <p:nvPr/>
        </p:nvCxnSpPr>
        <p:spPr>
          <a:xfrm>
            <a:off x="3703836" y="6397656"/>
            <a:ext cx="1476000" cy="0"/>
          </a:xfrm>
          <a:prstGeom prst="line">
            <a:avLst/>
          </a:prstGeom>
          <a:ln w="19050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62EC0E9-BDFD-415E-9F65-D69878EBC5FF}"/>
              </a:ext>
            </a:extLst>
          </p:cNvPr>
          <p:cNvCxnSpPr/>
          <p:nvPr/>
        </p:nvCxnSpPr>
        <p:spPr>
          <a:xfrm>
            <a:off x="2868658" y="4454163"/>
            <a:ext cx="0" cy="127262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43DAECD3-9893-4E53-9BEE-0062BBC1D961}"/>
              </a:ext>
            </a:extLst>
          </p:cNvPr>
          <p:cNvCxnSpPr/>
          <p:nvPr/>
        </p:nvCxnSpPr>
        <p:spPr>
          <a:xfrm>
            <a:off x="4503463" y="1164210"/>
            <a:ext cx="0" cy="127262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B691F8C3-5876-4434-9AC6-D6091C90A7CC}"/>
              </a:ext>
            </a:extLst>
          </p:cNvPr>
          <p:cNvCxnSpPr>
            <a:cxnSpLocks/>
          </p:cNvCxnSpPr>
          <p:nvPr/>
        </p:nvCxnSpPr>
        <p:spPr>
          <a:xfrm rot="5400000">
            <a:off x="1836185" y="3555425"/>
            <a:ext cx="0" cy="2052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0D7FA880-4AFB-46F5-8720-FE5B88A672BB}"/>
              </a:ext>
            </a:extLst>
          </p:cNvPr>
          <p:cNvCxnSpPr/>
          <p:nvPr/>
        </p:nvCxnSpPr>
        <p:spPr>
          <a:xfrm>
            <a:off x="3651753" y="5747206"/>
            <a:ext cx="0" cy="127262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F460A508-0738-46B8-A770-BDC5DB32A6BD}"/>
              </a:ext>
            </a:extLst>
          </p:cNvPr>
          <p:cNvCxnSpPr>
            <a:cxnSpLocks/>
          </p:cNvCxnSpPr>
          <p:nvPr/>
        </p:nvCxnSpPr>
        <p:spPr>
          <a:xfrm rot="5400000">
            <a:off x="2242330" y="4452468"/>
            <a:ext cx="0" cy="2844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64453930-C315-45CD-BDDA-76E6176B4E29}"/>
              </a:ext>
            </a:extLst>
          </p:cNvPr>
          <p:cNvCxnSpPr>
            <a:cxnSpLocks/>
          </p:cNvCxnSpPr>
          <p:nvPr/>
        </p:nvCxnSpPr>
        <p:spPr>
          <a:xfrm>
            <a:off x="819148" y="896176"/>
            <a:ext cx="0" cy="5724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0E91308-0B5A-4FB3-922D-8B4D357A77AA}"/>
              </a:ext>
            </a:extLst>
          </p:cNvPr>
          <p:cNvCxnSpPr>
            <a:cxnSpLocks/>
          </p:cNvCxnSpPr>
          <p:nvPr/>
        </p:nvCxnSpPr>
        <p:spPr>
          <a:xfrm flipV="1">
            <a:off x="2437420" y="644164"/>
            <a:ext cx="0" cy="252012"/>
          </a:xfrm>
          <a:prstGeom prst="line">
            <a:avLst/>
          </a:prstGeom>
          <a:ln w="38100" cap="flat" cmpd="sng" algn="ctr">
            <a:solidFill>
              <a:srgbClr val="4C77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55B8998B-B265-47F4-B3F2-DEC9DA2EC9EB}"/>
              </a:ext>
            </a:extLst>
          </p:cNvPr>
          <p:cNvCxnSpPr>
            <a:cxnSpLocks/>
          </p:cNvCxnSpPr>
          <p:nvPr/>
        </p:nvCxnSpPr>
        <p:spPr>
          <a:xfrm rot="5400000">
            <a:off x="1627419" y="75178"/>
            <a:ext cx="0" cy="162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4AD7A940-21E4-4A15-B06B-393009000A43}"/>
              </a:ext>
            </a:extLst>
          </p:cNvPr>
          <p:cNvCxnSpPr>
            <a:cxnSpLocks/>
          </p:cNvCxnSpPr>
          <p:nvPr/>
        </p:nvCxnSpPr>
        <p:spPr>
          <a:xfrm flipV="1">
            <a:off x="2710697" y="1811516"/>
            <a:ext cx="0" cy="252012"/>
          </a:xfrm>
          <a:prstGeom prst="line">
            <a:avLst/>
          </a:prstGeom>
          <a:ln w="38100" cap="flat" cmpd="sng" algn="ctr">
            <a:solidFill>
              <a:srgbClr val="4C77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70D73028-2105-4944-8372-F902A8915D80}"/>
              </a:ext>
            </a:extLst>
          </p:cNvPr>
          <p:cNvCxnSpPr>
            <a:cxnSpLocks/>
          </p:cNvCxnSpPr>
          <p:nvPr/>
        </p:nvCxnSpPr>
        <p:spPr>
          <a:xfrm flipV="1">
            <a:off x="2710697" y="2454109"/>
            <a:ext cx="0" cy="252012"/>
          </a:xfrm>
          <a:prstGeom prst="line">
            <a:avLst/>
          </a:prstGeom>
          <a:ln w="38100" cap="flat" cmpd="sng" algn="ctr">
            <a:solidFill>
              <a:srgbClr val="4C77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79196D90-AFA6-475F-9BEC-969F96ED330D}"/>
              </a:ext>
            </a:extLst>
          </p:cNvPr>
          <p:cNvCxnSpPr>
            <a:cxnSpLocks/>
          </p:cNvCxnSpPr>
          <p:nvPr/>
        </p:nvCxnSpPr>
        <p:spPr>
          <a:xfrm flipV="1">
            <a:off x="2165614" y="3104559"/>
            <a:ext cx="0" cy="252012"/>
          </a:xfrm>
          <a:prstGeom prst="line">
            <a:avLst/>
          </a:prstGeom>
          <a:ln w="38100" cap="flat" cmpd="sng" algn="ctr">
            <a:solidFill>
              <a:srgbClr val="4C77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97DEDFE5-7D0F-42B4-80D6-1A228DA9DF87}"/>
              </a:ext>
            </a:extLst>
          </p:cNvPr>
          <p:cNvCxnSpPr>
            <a:cxnSpLocks/>
          </p:cNvCxnSpPr>
          <p:nvPr/>
        </p:nvCxnSpPr>
        <p:spPr>
          <a:xfrm flipV="1">
            <a:off x="2491618" y="3718872"/>
            <a:ext cx="0" cy="252012"/>
          </a:xfrm>
          <a:prstGeom prst="line">
            <a:avLst/>
          </a:prstGeom>
          <a:ln w="38100" cap="flat" cmpd="sng" algn="ctr">
            <a:solidFill>
              <a:srgbClr val="4C77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05C1EC3A-834C-44D6-8B81-85CF2F066B68}"/>
              </a:ext>
            </a:extLst>
          </p:cNvPr>
          <p:cNvCxnSpPr>
            <a:cxnSpLocks/>
          </p:cNvCxnSpPr>
          <p:nvPr/>
        </p:nvCxnSpPr>
        <p:spPr>
          <a:xfrm>
            <a:off x="3430378" y="1164210"/>
            <a:ext cx="0" cy="3048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BF5CA88B-0696-4D1A-9C7B-A17EF0D0A6E6}"/>
              </a:ext>
            </a:extLst>
          </p:cNvPr>
          <p:cNvCxnSpPr/>
          <p:nvPr/>
        </p:nvCxnSpPr>
        <p:spPr>
          <a:xfrm>
            <a:off x="3908514" y="4454163"/>
            <a:ext cx="0" cy="127262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DF45388-D42E-4AFF-AC46-024ADBB47768}"/>
              </a:ext>
            </a:extLst>
          </p:cNvPr>
          <p:cNvCxnSpPr/>
          <p:nvPr/>
        </p:nvCxnSpPr>
        <p:spPr>
          <a:xfrm>
            <a:off x="3332188" y="5096757"/>
            <a:ext cx="0" cy="127262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128A9BDE-DA7F-4E74-B140-9EF3C6D1C689}"/>
              </a:ext>
            </a:extLst>
          </p:cNvPr>
          <p:cNvCxnSpPr>
            <a:cxnSpLocks/>
          </p:cNvCxnSpPr>
          <p:nvPr/>
        </p:nvCxnSpPr>
        <p:spPr>
          <a:xfrm>
            <a:off x="2437419" y="5747206"/>
            <a:ext cx="0" cy="229386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BD793823-361B-49CD-8CA6-EF133F68C5BD}"/>
              </a:ext>
            </a:extLst>
          </p:cNvPr>
          <p:cNvCxnSpPr>
            <a:cxnSpLocks/>
          </p:cNvCxnSpPr>
          <p:nvPr/>
        </p:nvCxnSpPr>
        <p:spPr>
          <a:xfrm>
            <a:off x="2273233" y="5096757"/>
            <a:ext cx="0" cy="229386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94392205-A2CA-4EBB-8030-8D0297199F47}"/>
              </a:ext>
            </a:extLst>
          </p:cNvPr>
          <p:cNvCxnSpPr>
            <a:cxnSpLocks/>
          </p:cNvCxnSpPr>
          <p:nvPr/>
        </p:nvCxnSpPr>
        <p:spPr>
          <a:xfrm>
            <a:off x="4424879" y="6397656"/>
            <a:ext cx="0" cy="229386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7FB8E7B3-4413-42F4-B41C-974BE6330B9D}"/>
              </a:ext>
            </a:extLst>
          </p:cNvPr>
          <p:cNvCxnSpPr/>
          <p:nvPr/>
        </p:nvCxnSpPr>
        <p:spPr>
          <a:xfrm>
            <a:off x="2944103" y="6397656"/>
            <a:ext cx="0" cy="127262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785616C2-0678-4063-A2E1-BA0349134D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15233" y="4827042"/>
            <a:ext cx="0" cy="360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B17A852E-388E-47DF-89DA-90857918195F}"/>
              </a:ext>
            </a:extLst>
          </p:cNvPr>
          <p:cNvCxnSpPr>
            <a:cxnSpLocks/>
          </p:cNvCxnSpPr>
          <p:nvPr/>
        </p:nvCxnSpPr>
        <p:spPr>
          <a:xfrm rot="5400000">
            <a:off x="3744480" y="1019528"/>
            <a:ext cx="0" cy="2088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BA3EE82A-0F4C-44CF-BEF2-B4EAAF85E657}"/>
              </a:ext>
            </a:extLst>
          </p:cNvPr>
          <p:cNvCxnSpPr>
            <a:cxnSpLocks/>
          </p:cNvCxnSpPr>
          <p:nvPr/>
        </p:nvCxnSpPr>
        <p:spPr>
          <a:xfrm rot="5400000">
            <a:off x="3970697" y="1463403"/>
            <a:ext cx="0" cy="252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FAF6DED9-D9E7-43FB-8234-8FAAD94F42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96378" y="820925"/>
            <a:ext cx="0" cy="1332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E402277-F71A-4B76-8051-FB31CFC742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3463" y="931472"/>
            <a:ext cx="0" cy="72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6E8A1E17-8419-4660-8BBB-5CA6A15B71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45097" y="3842198"/>
            <a:ext cx="0" cy="2988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29D793EC-699E-4227-B994-0A7574BA31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2188" y="4504018"/>
            <a:ext cx="0" cy="144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B070AB3-F721-4317-B7ED-B198D01B1E77}"/>
              </a:ext>
            </a:extLst>
          </p:cNvPr>
          <p:cNvCxnSpPr>
            <a:cxnSpLocks/>
          </p:cNvCxnSpPr>
          <p:nvPr/>
        </p:nvCxnSpPr>
        <p:spPr>
          <a:xfrm>
            <a:off x="5230697" y="1274190"/>
            <a:ext cx="0" cy="4068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6AED8A24-F2CC-496B-9A3D-81AAA8093684}"/>
              </a:ext>
            </a:extLst>
          </p:cNvPr>
          <p:cNvCxnSpPr>
            <a:cxnSpLocks/>
          </p:cNvCxnSpPr>
          <p:nvPr/>
        </p:nvCxnSpPr>
        <p:spPr>
          <a:xfrm>
            <a:off x="4772188" y="1469010"/>
            <a:ext cx="0" cy="3744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414A529-23C0-4923-95A6-EDD13B262309}"/>
              </a:ext>
            </a:extLst>
          </p:cNvPr>
          <p:cNvCxnSpPr>
            <a:cxnSpLocks/>
          </p:cNvCxnSpPr>
          <p:nvPr/>
        </p:nvCxnSpPr>
        <p:spPr>
          <a:xfrm rot="5400000">
            <a:off x="1465618" y="2933884"/>
            <a:ext cx="0" cy="2052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E2A97F16-BBC0-4CF9-97C4-8E4C722BBED9}"/>
              </a:ext>
            </a:extLst>
          </p:cNvPr>
          <p:cNvCxnSpPr>
            <a:cxnSpLocks/>
          </p:cNvCxnSpPr>
          <p:nvPr/>
        </p:nvCxnSpPr>
        <p:spPr>
          <a:xfrm rot="5400000">
            <a:off x="1445240" y="4980218"/>
            <a:ext cx="0" cy="2016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7AAEF442-9C19-4726-A59B-C0483C4A18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90687" y="5264918"/>
            <a:ext cx="0" cy="252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6C82F6DA-A9BC-45A4-A0E1-768E52368B31}"/>
              </a:ext>
            </a:extLst>
          </p:cNvPr>
          <p:cNvCxnSpPr>
            <a:cxnSpLocks/>
          </p:cNvCxnSpPr>
          <p:nvPr/>
        </p:nvCxnSpPr>
        <p:spPr>
          <a:xfrm>
            <a:off x="430687" y="3950457"/>
            <a:ext cx="0" cy="2556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1229981C-9044-4319-852F-7CE5E16457C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62188" y="1558998"/>
            <a:ext cx="0" cy="3636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999FA21D-6E16-4E1B-90AC-7D964B2AA10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43464" y="3642196"/>
            <a:ext cx="0" cy="1908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C30481F3-08CC-4914-81B5-81C07E67B5E4}"/>
              </a:ext>
            </a:extLst>
          </p:cNvPr>
          <p:cNvCxnSpPr>
            <a:cxnSpLocks/>
          </p:cNvCxnSpPr>
          <p:nvPr/>
        </p:nvCxnSpPr>
        <p:spPr>
          <a:xfrm>
            <a:off x="5780188" y="3352017"/>
            <a:ext cx="0" cy="1260000"/>
          </a:xfrm>
          <a:prstGeom prst="line">
            <a:avLst/>
          </a:prstGeom>
          <a:ln w="38100">
            <a:solidFill>
              <a:srgbClr val="4C77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47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FB53DFA-9B63-4077-97E2-2474E71F0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36255"/>
              </p:ext>
            </p:extLst>
          </p:nvPr>
        </p:nvGraphicFramePr>
        <p:xfrm>
          <a:off x="2246973" y="1072959"/>
          <a:ext cx="5472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116170768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56377199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25801843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009131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heavy" baseline="0" dirty="0">
                          <a:solidFill>
                            <a:srgbClr val="00B0F0"/>
                          </a:solidFill>
                        </a:rPr>
                        <a:t>小說代號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書名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類別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狀態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48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nIndex</a:t>
                      </a:r>
                      <a:endParaRPr lang="zh-TW" altLang="en-US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Title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Category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State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88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varchar(50)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char(5)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60952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2526E6-DD74-4827-B238-F578F1B9F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6451"/>
              </p:ext>
            </p:extLst>
          </p:nvPr>
        </p:nvGraphicFramePr>
        <p:xfrm>
          <a:off x="2246973" y="2280101"/>
          <a:ext cx="5472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84599236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90964721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7423783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074945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愛心數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系列</a:t>
                      </a:r>
                      <a:r>
                        <a:rPr lang="en-US" altLang="zh-TW" dirty="0"/>
                        <a:t>(1)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系列</a:t>
                      </a:r>
                      <a:r>
                        <a:rPr lang="en-US" altLang="zh-TW" dirty="0"/>
                        <a:t>(2)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授權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72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Love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Series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SeriesN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Warrant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355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char(15)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2465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5A7B399-CC6C-4C18-A626-E52E71B52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13671"/>
              </p:ext>
            </p:extLst>
          </p:nvPr>
        </p:nvGraphicFramePr>
        <p:xfrm>
          <a:off x="2246973" y="3487243"/>
          <a:ext cx="5472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25515993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40796477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48695378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768726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連結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介紹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/>
                        <a:t>作者代號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/>
                        <a:t>出版商代號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10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Link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Introduction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/>
                        <a:t>aIndex</a:t>
                      </a:r>
                      <a:endParaRPr lang="zh-TW" altLang="en-US" u="dashLongHeavy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/>
                        <a:t>pIndex</a:t>
                      </a:r>
                      <a:endParaRPr lang="zh-TW" altLang="en-US" u="dashLongHeavy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74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varchar(40)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text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920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52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98715C1-3434-4694-B004-F873A1D5B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79347"/>
              </p:ext>
            </p:extLst>
          </p:nvPr>
        </p:nvGraphicFramePr>
        <p:xfrm>
          <a:off x="2246973" y="1072959"/>
          <a:ext cx="2736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116170768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563771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heavy" baseline="0" dirty="0">
                          <a:solidFill>
                            <a:srgbClr val="00B0F0"/>
                          </a:solidFill>
                        </a:rPr>
                        <a:t>作者代號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姓名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48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aIndex</a:t>
                      </a:r>
                      <a:endParaRPr lang="zh-TW" altLang="en-US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88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char(20)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60952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689AAE0-CC16-4A92-970E-2BEAEE591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136653"/>
              </p:ext>
            </p:extLst>
          </p:nvPr>
        </p:nvGraphicFramePr>
        <p:xfrm>
          <a:off x="2246973" y="2940603"/>
          <a:ext cx="2736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08728768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03288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heavy" baseline="0" dirty="0">
                          <a:solidFill>
                            <a:srgbClr val="00B0F0"/>
                          </a:solidFill>
                        </a:rPr>
                        <a:t>出版社代號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姓名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56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pIndex</a:t>
                      </a:r>
                      <a:endParaRPr lang="zh-TW" altLang="en-US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917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char(15)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8727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0C73AE-B6C6-4072-8B39-0BAE889CD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03278"/>
              </p:ext>
            </p:extLst>
          </p:nvPr>
        </p:nvGraphicFramePr>
        <p:xfrm>
          <a:off x="6365896" y="1072959"/>
          <a:ext cx="4104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08728768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0328832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706428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tag</a:t>
                      </a:r>
                      <a:r>
                        <a:rPr lang="zh-TW" altLang="en-US" u="heavy" baseline="0" dirty="0">
                          <a:solidFill>
                            <a:srgbClr val="00B0F0"/>
                          </a:solidFill>
                        </a:rPr>
                        <a:t>代號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tag</a:t>
                      </a:r>
                      <a:r>
                        <a:rPr lang="zh-TW" altLang="en-US" dirty="0"/>
                        <a:t>正則化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56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tIndex</a:t>
                      </a:r>
                      <a:endParaRPr lang="zh-TW" altLang="en-US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TagNOR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917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char(25)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char(25)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8727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90B8797-CD8D-4057-A2F8-FAC42F3C5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29843"/>
              </p:ext>
            </p:extLst>
          </p:nvPr>
        </p:nvGraphicFramePr>
        <p:xfrm>
          <a:off x="6365896" y="2940603"/>
          <a:ext cx="2736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08728768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03288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heavy" baseline="0" dirty="0">
                          <a:solidFill>
                            <a:srgbClr val="00B0F0"/>
                          </a:solidFill>
                        </a:rPr>
                        <a:t>帳號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密碼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56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Account</a:t>
                      </a:r>
                      <a:endParaRPr lang="zh-TW" altLang="en-US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Password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917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char(20)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8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49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98715C1-3434-4694-B004-F873A1D5B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044215"/>
              </p:ext>
            </p:extLst>
          </p:nvPr>
        </p:nvGraphicFramePr>
        <p:xfrm>
          <a:off x="2246973" y="1072959"/>
          <a:ext cx="2736000" cy="1163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116170768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563771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>
                          <a:solidFill>
                            <a:srgbClr val="00B0F0"/>
                          </a:solidFill>
                        </a:rPr>
                        <a:t>小說代號</a:t>
                      </a:r>
                      <a:endParaRPr lang="en-US" altLang="zh-TW" sz="200" u="heavy" baseline="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Tag</a:t>
                      </a:r>
                      <a:r>
                        <a:rPr lang="zh-TW" altLang="en-US" u="dashLongHeavy" baseline="0" dirty="0">
                          <a:solidFill>
                            <a:srgbClr val="00B0F0"/>
                          </a:solidFill>
                        </a:rPr>
                        <a:t>代號</a:t>
                      </a:r>
                      <a:endParaRPr lang="en-US" altLang="zh-TW" u="heavy" baseline="0" dirty="0">
                        <a:solidFill>
                          <a:srgbClr val="00B0F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48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nIndex</a:t>
                      </a: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tIndex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8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88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60952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689AAE0-CC16-4A92-970E-2BEAEE591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72155"/>
              </p:ext>
            </p:extLst>
          </p:nvPr>
        </p:nvGraphicFramePr>
        <p:xfrm>
          <a:off x="2246973" y="2940603"/>
          <a:ext cx="2736000" cy="1163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08728768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03288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>
                          <a:solidFill>
                            <a:srgbClr val="00B0F0"/>
                          </a:solidFill>
                        </a:rPr>
                        <a:t>出版社代號</a:t>
                      </a:r>
                      <a:endParaRPr lang="en-US" altLang="zh-TW" u="dashLongHeavy" baseline="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>
                          <a:solidFill>
                            <a:srgbClr val="00B0F0"/>
                          </a:solidFill>
                        </a:rPr>
                        <a:t>作者代號</a:t>
                      </a:r>
                      <a:endParaRPr lang="en-US" altLang="zh-TW" u="dashLongHeavy" baseline="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  <a:uFill>
                            <a:solidFill>
                              <a:srgbClr val="00B0F0"/>
                            </a:solidFill>
                          </a:uFill>
                        </a:rPr>
                        <a:t>_____________________________________________________________________________________________</a:t>
                      </a:r>
                      <a:endParaRPr lang="zh-TW" altLang="en-US" sz="200" b="1" u="heavy" baseline="0" dirty="0">
                        <a:solidFill>
                          <a:srgbClr val="00B0F0"/>
                        </a:solidFill>
                        <a:uFill>
                          <a:solidFill>
                            <a:srgbClr val="00B0F0"/>
                          </a:solidFill>
                        </a:u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56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pIndex</a:t>
                      </a: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aIndex</a:t>
                      </a: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917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8727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0C73AE-B6C6-4072-8B39-0BAE889CD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9500"/>
              </p:ext>
            </p:extLst>
          </p:nvPr>
        </p:nvGraphicFramePr>
        <p:xfrm>
          <a:off x="6365896" y="1072959"/>
          <a:ext cx="4104000" cy="1163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08728768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0328832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706428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>
                          <a:solidFill>
                            <a:srgbClr val="00B0F0"/>
                          </a:solidFill>
                        </a:rPr>
                        <a:t>帳號</a:t>
                      </a:r>
                      <a:endParaRPr lang="en-US" altLang="zh-TW" u="dashLongHeavy" baseline="0" dirty="0">
                        <a:solidFill>
                          <a:srgbClr val="00B0F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>
                          <a:solidFill>
                            <a:srgbClr val="00B0F0"/>
                          </a:solidFill>
                        </a:rPr>
                        <a:t>小說代號</a:t>
                      </a:r>
                      <a:endParaRPr lang="en-US" altLang="zh-TW" u="dashLongHeavy" baseline="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dashLong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歷史紀錄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56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Account</a:t>
                      </a: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dashLong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>
                          <a:solidFill>
                            <a:srgbClr val="00B0F0"/>
                          </a:solidFill>
                        </a:rPr>
                        <a:t>nIndex</a:t>
                      </a:r>
                    </a:p>
                    <a:p>
                      <a:pPr algn="ctr"/>
                      <a:r>
                        <a:rPr lang="en-US" altLang="zh-TW" sz="200" b="1" u="heavy" baseline="0" dirty="0">
                          <a:solidFill>
                            <a:srgbClr val="00B0F0"/>
                          </a:solidFill>
                        </a:rPr>
                        <a:t>_____________________________________________________________________________________________</a:t>
                      </a:r>
                      <a:endParaRPr lang="zh-TW" altLang="en-US" sz="200" u="dashLong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History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917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8727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90B8797-CD8D-4057-A2F8-FAC42F3C5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48023"/>
              </p:ext>
            </p:extLst>
          </p:nvPr>
        </p:nvGraphicFramePr>
        <p:xfrm>
          <a:off x="6365896" y="2940603"/>
          <a:ext cx="2736000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08728768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03288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u="heavy" baseline="0" dirty="0">
                          <a:solidFill>
                            <a:srgbClr val="00B0F0"/>
                          </a:solidFill>
                        </a:rPr>
                        <a:t>帳號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dashLongHeavy" baseline="0" dirty="0"/>
                        <a:t>愛心紀錄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56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heavy" baseline="0" dirty="0">
                          <a:solidFill>
                            <a:srgbClr val="00B0F0"/>
                          </a:solidFill>
                        </a:rPr>
                        <a:t>Account</a:t>
                      </a:r>
                      <a:endParaRPr lang="zh-TW" altLang="en-US" u="heavy" baseline="0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dashLongHeavy" baseline="0" dirty="0"/>
                        <a:t>LoveRecord</a:t>
                      </a:r>
                      <a:endParaRPr lang="zh-TW" altLang="en-US" u="dashLongHeavy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917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char(20)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8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057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337</Words>
  <Application>Microsoft Office PowerPoint</Application>
  <PresentationFormat>寬螢幕</PresentationFormat>
  <Paragraphs>121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劉奕霈</dc:creator>
  <cp:lastModifiedBy>劉奕霈</cp:lastModifiedBy>
  <cp:revision>15</cp:revision>
  <dcterms:created xsi:type="dcterms:W3CDTF">2025-05-17T05:40:05Z</dcterms:created>
  <dcterms:modified xsi:type="dcterms:W3CDTF">2025-05-22T06:48:07Z</dcterms:modified>
</cp:coreProperties>
</file>